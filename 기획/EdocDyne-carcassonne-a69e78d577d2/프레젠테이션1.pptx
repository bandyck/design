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6" r:id="rId3"/>
    <p:sldId id="258" r:id="rId4"/>
    <p:sldId id="259" r:id="rId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B5420D4-F611-4C19-B658-67ACB34424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6D9877AE-BEF9-4D72-B163-A69D695972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FC60178-A34B-42A1-972A-9FC15A3843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4E425-424D-4B98-8DA6-0F4593D2755E}" type="datetimeFigureOut">
              <a:rPr lang="ko-KR" altLang="en-US" smtClean="0"/>
              <a:t>2020-06-26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1F17042-2E95-4DCB-A3FC-01913BD91D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2A84724-E74A-4B85-856D-2622ACA3D2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8EE57D-C279-48FC-B921-65E82D2D56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62243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9DEA339-7483-49FB-A60E-1A2FE2F55B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A81B406-5FA5-40AB-A9CE-5089F9BA52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B90B8F9-F87F-492A-9077-0E6B767A3E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4E425-424D-4B98-8DA6-0F4593D2755E}" type="datetimeFigureOut">
              <a:rPr lang="ko-KR" altLang="en-US" smtClean="0"/>
              <a:t>2020-06-26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66FDE1C-1782-4CC8-A00E-B79510CFFB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4BC3910-5396-4FCF-BF2C-4A6C070B04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8EE57D-C279-48FC-B921-65E82D2D56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65887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CEB7C9A-5B12-447C-A885-06AA605B2F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8B7D3D8-FE27-4259-9976-FEE29646CD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19A4D09-D901-42FB-8F6A-5B75F6C24D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4E425-424D-4B98-8DA6-0F4593D2755E}" type="datetimeFigureOut">
              <a:rPr lang="ko-KR" altLang="en-US" smtClean="0"/>
              <a:t>2020-06-26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12815A6-5D56-4A7D-B1D7-8A05F0DC28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83CAE03-7B8F-4379-89F7-8414117E98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8EE57D-C279-48FC-B921-65E82D2D56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961154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AD3CC58-FFE8-468A-8996-3B230DB408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A420694-3469-40F0-8C92-FF02177AD6B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4B94D0D-01C2-4162-A1B5-73F49254B3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29CF940-7D5D-427D-B07F-F48B99A793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4E425-424D-4B98-8DA6-0F4593D2755E}" type="datetimeFigureOut">
              <a:rPr lang="ko-KR" altLang="en-US" smtClean="0"/>
              <a:t>2020-06-26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6DBCADC-1398-430D-9BD7-E3C928C2F2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105754D-F3F6-4A3C-8050-B673E5B48C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8EE57D-C279-48FC-B921-65E82D2D56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331692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10C8CDB-01BC-49D4-9945-CF85471670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0A51003-6B64-49BB-AE86-8A76D5D49C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8C68468-1867-48EC-AB89-BE46EB6FA0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B435FF64-8EE6-403F-896A-24A24EEB414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1E512D21-A018-429D-98DD-0E3758695BA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4D070D9F-8D01-4E91-BB44-5916CB0FEE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4E425-424D-4B98-8DA6-0F4593D2755E}" type="datetimeFigureOut">
              <a:rPr lang="ko-KR" altLang="en-US" smtClean="0"/>
              <a:t>2020-06-26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BF08067B-744A-4A58-8D86-4C17DD949B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81859B86-9837-491A-9763-B7E106A84B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8EE57D-C279-48FC-B921-65E82D2D56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667769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F94B73F-7658-4C1A-901B-402C20FA80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A8C924BA-01F5-4394-B58C-6488E71DA1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4E425-424D-4B98-8DA6-0F4593D2755E}" type="datetimeFigureOut">
              <a:rPr lang="ko-KR" altLang="en-US" smtClean="0"/>
              <a:t>2020-06-26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07FE7F19-2C9C-45C5-BE2C-0C4857E8E7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08DA165-8FDA-456C-BA6E-C34CDA28E9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8EE57D-C279-48FC-B921-65E82D2D56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772866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0128D49C-782B-48A7-BF2B-FDC3CE92C8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4E425-424D-4B98-8DA6-0F4593D2755E}" type="datetimeFigureOut">
              <a:rPr lang="ko-KR" altLang="en-US" smtClean="0"/>
              <a:t>2020-06-26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FA279C0B-4361-44B5-BD58-4979F2CE1F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2186684-B445-4ED7-955A-C5A03375D7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8EE57D-C279-48FC-B921-65E82D2D56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393217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A144821-1698-4FF5-8E48-177A651466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55297D0-E437-49C4-B9BE-B5F5114C63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EFEDE25-B131-4667-8EC7-3057FE0EF9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2D5E90E-FAE1-4EAB-BDE9-A59550F4FF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4E425-424D-4B98-8DA6-0F4593D2755E}" type="datetimeFigureOut">
              <a:rPr lang="ko-KR" altLang="en-US" smtClean="0"/>
              <a:t>2020-06-26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30A70F6-44A7-48BF-B8F7-EFBA0ABEB2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7B79C62-085F-4D30-9EB7-488700D507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8EE57D-C279-48FC-B921-65E82D2D56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901304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37FA986-671C-4743-B528-63067B742F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AE83E98C-8E99-478E-8A3D-2DC70551717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967746D-10D9-44BB-9D0D-B6115BDEFE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53DFD60-3FF4-417A-819B-3C60A2330A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4E425-424D-4B98-8DA6-0F4593D2755E}" type="datetimeFigureOut">
              <a:rPr lang="ko-KR" altLang="en-US" smtClean="0"/>
              <a:t>2020-06-26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6819838-E8A2-4F78-B03A-45279F029C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EFCC284-89B4-40C4-924B-42FCF5ECA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8EE57D-C279-48FC-B921-65E82D2D56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397539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042E477-1959-4E78-9E5F-6AEF276D34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8029B49-55A0-459A-8155-5D97094B28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76883D8-E4F8-4C2F-8552-CEC847D609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4E425-424D-4B98-8DA6-0F4593D2755E}" type="datetimeFigureOut">
              <a:rPr lang="ko-KR" altLang="en-US" smtClean="0"/>
              <a:t>2020-06-26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DF86853-6EE8-4712-B6F2-A8FCECBE9B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10F4FF6-822D-4A29-8271-2088804520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8EE57D-C279-48FC-B921-65E82D2D56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615822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1869F3E7-CB38-4EC2-A61E-F0FB1DA2694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D50C140-7C9D-4F73-B773-6AC5AD9951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27A3E6C-CAC1-4FFE-85E3-8FAA9A509C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4E425-424D-4B98-8DA6-0F4593D2755E}" type="datetimeFigureOut">
              <a:rPr lang="ko-KR" altLang="en-US" smtClean="0"/>
              <a:t>2020-06-26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485CF54-A701-437E-B670-805A1D1E5E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65445E2-4CA5-45BF-9F8A-CA599339E5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8EE57D-C279-48FC-B921-65E82D2D56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213740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34005A6-3F83-43DB-826D-F9C5B9C633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2616585-DF10-404C-8636-D8B536F1FC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1C23785-7295-4397-96F5-057C1ECBA93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54E425-424D-4B98-8DA6-0F4593D2755E}" type="datetimeFigureOut">
              <a:rPr lang="ko-KR" altLang="en-US" smtClean="0"/>
              <a:t>2020-06-26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13DA1FD-B41A-48B1-9F73-206C25CAD3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651DA30-FA16-4080-9E83-664533B993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8EE57D-C279-48FC-B921-65E82D2D56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397525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extBox 31">
            <a:extLst>
              <a:ext uri="{FF2B5EF4-FFF2-40B4-BE49-F238E27FC236}">
                <a16:creationId xmlns:a16="http://schemas.microsoft.com/office/drawing/2014/main" id="{2BCC2CE3-4304-40FF-BB24-4881A327A2FF}"/>
              </a:ext>
            </a:extLst>
          </p:cNvPr>
          <p:cNvSpPr txBox="1"/>
          <p:nvPr/>
        </p:nvSpPr>
        <p:spPr>
          <a:xfrm>
            <a:off x="3953140" y="3773611"/>
            <a:ext cx="44461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b="1" dirty="0"/>
              <a:t>성</a:t>
            </a:r>
            <a:endParaRPr lang="ko-KR" altLang="en-US" b="1" dirty="0"/>
          </a:p>
        </p:txBody>
      </p: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B46F7F55-8AF1-4B9B-A066-91FEA5456261}"/>
              </a:ext>
            </a:extLst>
          </p:cNvPr>
          <p:cNvGrpSpPr/>
          <p:nvPr/>
        </p:nvGrpSpPr>
        <p:grpSpPr>
          <a:xfrm>
            <a:off x="2369976" y="1763486"/>
            <a:ext cx="1203649" cy="1203649"/>
            <a:chOff x="2369976" y="1763486"/>
            <a:chExt cx="1203649" cy="1203649"/>
          </a:xfrm>
        </p:grpSpPr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CB943B51-C037-4DC6-90E2-8DABD577B8F9}"/>
                </a:ext>
              </a:extLst>
            </p:cNvPr>
            <p:cNvSpPr/>
            <p:nvPr/>
          </p:nvSpPr>
          <p:spPr>
            <a:xfrm>
              <a:off x="2369976" y="1763486"/>
              <a:ext cx="1203649" cy="1203649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2FD4E93D-13E7-42A2-BA93-F5DEBFBBCCF4}"/>
                </a:ext>
              </a:extLst>
            </p:cNvPr>
            <p:cNvCxnSpPr>
              <a:stCxn id="4" idx="1"/>
              <a:endCxn id="4" idx="3"/>
            </p:cNvCxnSpPr>
            <p:nvPr/>
          </p:nvCxnSpPr>
          <p:spPr>
            <a:xfrm>
              <a:off x="2369976" y="2365311"/>
              <a:ext cx="1203649" cy="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0" name="그룹 39">
            <a:extLst>
              <a:ext uri="{FF2B5EF4-FFF2-40B4-BE49-F238E27FC236}">
                <a16:creationId xmlns:a16="http://schemas.microsoft.com/office/drawing/2014/main" id="{CAD2FA7A-92C0-4B59-A6A5-A8C968E38829}"/>
              </a:ext>
            </a:extLst>
          </p:cNvPr>
          <p:cNvGrpSpPr/>
          <p:nvPr/>
        </p:nvGrpSpPr>
        <p:grpSpPr>
          <a:xfrm>
            <a:off x="3405845" y="1448791"/>
            <a:ext cx="1716077" cy="1795343"/>
            <a:chOff x="3405845" y="1448791"/>
            <a:chExt cx="1716077" cy="1795343"/>
          </a:xfrm>
        </p:grpSpPr>
        <p:grpSp>
          <p:nvGrpSpPr>
            <p:cNvPr id="3" name="그룹 2">
              <a:extLst>
                <a:ext uri="{FF2B5EF4-FFF2-40B4-BE49-F238E27FC236}">
                  <a16:creationId xmlns:a16="http://schemas.microsoft.com/office/drawing/2014/main" id="{FC39D1EF-BE2A-4D4C-93F6-33EAD3CEE4FE}"/>
                </a:ext>
              </a:extLst>
            </p:cNvPr>
            <p:cNvGrpSpPr/>
            <p:nvPr/>
          </p:nvGrpSpPr>
          <p:grpSpPr>
            <a:xfrm>
              <a:off x="3405845" y="1448791"/>
              <a:ext cx="1716077" cy="1795343"/>
              <a:chOff x="3405845" y="1448791"/>
              <a:chExt cx="1716077" cy="1795343"/>
            </a:xfrm>
          </p:grpSpPr>
          <p:sp>
            <p:nvSpPr>
              <p:cNvPr id="5" name="직사각형 4">
                <a:extLst>
                  <a:ext uri="{FF2B5EF4-FFF2-40B4-BE49-F238E27FC236}">
                    <a16:creationId xmlns:a16="http://schemas.microsoft.com/office/drawing/2014/main" id="{53CA1BA7-CD58-46CF-A983-A98F5AE8142A}"/>
                  </a:ext>
                </a:extLst>
              </p:cNvPr>
              <p:cNvSpPr/>
              <p:nvPr/>
            </p:nvSpPr>
            <p:spPr>
              <a:xfrm>
                <a:off x="3657515" y="1679596"/>
                <a:ext cx="1203649" cy="1203649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2158114-0C83-443A-A62F-D98D7E588A7B}"/>
                  </a:ext>
                </a:extLst>
              </p:cNvPr>
              <p:cNvSpPr txBox="1"/>
              <p:nvPr/>
            </p:nvSpPr>
            <p:spPr>
              <a:xfrm>
                <a:off x="3418429" y="1461374"/>
                <a:ext cx="36911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2400" b="1" dirty="0"/>
                  <a:t>“</a:t>
                </a:r>
                <a:endParaRPr lang="ko-KR" altLang="en-US" sz="2400" b="1" dirty="0"/>
              </a:p>
            </p:txBody>
          </p:sp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BD3F8C8-F378-4F99-903F-9F5B42AC5354}"/>
                  </a:ext>
                </a:extLst>
              </p:cNvPr>
              <p:cNvSpPr txBox="1"/>
              <p:nvPr/>
            </p:nvSpPr>
            <p:spPr>
              <a:xfrm>
                <a:off x="4744417" y="2753108"/>
                <a:ext cx="36911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2400" b="1" dirty="0"/>
                  <a:t>“</a:t>
                </a:r>
                <a:endParaRPr lang="ko-KR" altLang="en-US" sz="2400" b="1" dirty="0"/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7291BB8-A5D9-44E5-9CB0-2AB88AABE041}"/>
                  </a:ext>
                </a:extLst>
              </p:cNvPr>
              <p:cNvSpPr txBox="1"/>
              <p:nvPr/>
            </p:nvSpPr>
            <p:spPr>
              <a:xfrm>
                <a:off x="4752807" y="1448791"/>
                <a:ext cx="36911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2400" b="1" dirty="0"/>
                  <a:t>“</a:t>
                </a:r>
                <a:endParaRPr lang="ko-KR" altLang="en-US" sz="2400" b="1" dirty="0"/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1998DA9-5981-4A6F-B75A-238DEC0A9105}"/>
                  </a:ext>
                </a:extLst>
              </p:cNvPr>
              <p:cNvSpPr txBox="1"/>
              <p:nvPr/>
            </p:nvSpPr>
            <p:spPr>
              <a:xfrm>
                <a:off x="3405845" y="2782469"/>
                <a:ext cx="36911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2400" b="1" dirty="0"/>
                  <a:t>“</a:t>
                </a:r>
                <a:endParaRPr lang="ko-KR" altLang="en-US" sz="2400" b="1" dirty="0"/>
              </a:p>
            </p:txBody>
          </p:sp>
        </p:grp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6A2C64A7-E8FC-4755-AA41-67155CA8CFB1}"/>
                </a:ext>
              </a:extLst>
            </p:cNvPr>
            <p:cNvCxnSpPr>
              <a:cxnSpLocks/>
            </p:cNvCxnSpPr>
            <p:nvPr/>
          </p:nvCxnSpPr>
          <p:spPr>
            <a:xfrm>
              <a:off x="3657515" y="2256216"/>
              <a:ext cx="601824" cy="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18174B74-95C0-4D81-9DC9-A68BD725C8E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258383" y="2256216"/>
              <a:ext cx="956" cy="627029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9" name="그룹 48">
            <a:extLst>
              <a:ext uri="{FF2B5EF4-FFF2-40B4-BE49-F238E27FC236}">
                <a16:creationId xmlns:a16="http://schemas.microsoft.com/office/drawing/2014/main" id="{B2F57648-2C2A-494F-ABC1-1A3788E07977}"/>
              </a:ext>
            </a:extLst>
          </p:cNvPr>
          <p:cNvGrpSpPr/>
          <p:nvPr/>
        </p:nvGrpSpPr>
        <p:grpSpPr>
          <a:xfrm>
            <a:off x="3537885" y="2961262"/>
            <a:ext cx="1275127" cy="1894903"/>
            <a:chOff x="3537885" y="2961262"/>
            <a:chExt cx="1275127" cy="1894903"/>
          </a:xfrm>
        </p:grpSpPr>
        <p:grpSp>
          <p:nvGrpSpPr>
            <p:cNvPr id="41" name="그룹 40">
              <a:extLst>
                <a:ext uri="{FF2B5EF4-FFF2-40B4-BE49-F238E27FC236}">
                  <a16:creationId xmlns:a16="http://schemas.microsoft.com/office/drawing/2014/main" id="{28E7C628-588C-432F-BB5A-377448627D70}"/>
                </a:ext>
              </a:extLst>
            </p:cNvPr>
            <p:cNvGrpSpPr/>
            <p:nvPr/>
          </p:nvGrpSpPr>
          <p:grpSpPr>
            <a:xfrm>
              <a:off x="3537885" y="2961262"/>
              <a:ext cx="1275127" cy="1894903"/>
              <a:chOff x="3537885" y="2961262"/>
              <a:chExt cx="1275127" cy="1894903"/>
            </a:xfrm>
          </p:grpSpPr>
          <p:grpSp>
            <p:nvGrpSpPr>
              <p:cNvPr id="31" name="그룹 30">
                <a:extLst>
                  <a:ext uri="{FF2B5EF4-FFF2-40B4-BE49-F238E27FC236}">
                    <a16:creationId xmlns:a16="http://schemas.microsoft.com/office/drawing/2014/main" id="{746CE81A-5229-4617-95FB-E89FCDCF7A3D}"/>
                  </a:ext>
                </a:extLst>
              </p:cNvPr>
              <p:cNvGrpSpPr/>
              <p:nvPr/>
            </p:nvGrpSpPr>
            <p:grpSpPr>
              <a:xfrm>
                <a:off x="3537885" y="2967135"/>
                <a:ext cx="1275127" cy="1889030"/>
                <a:chOff x="3537885" y="2967135"/>
                <a:chExt cx="1275127" cy="1889030"/>
              </a:xfrm>
            </p:grpSpPr>
            <p:grpSp>
              <p:nvGrpSpPr>
                <p:cNvPr id="25" name="그룹 24">
                  <a:extLst>
                    <a:ext uri="{FF2B5EF4-FFF2-40B4-BE49-F238E27FC236}">
                      <a16:creationId xmlns:a16="http://schemas.microsoft.com/office/drawing/2014/main" id="{3CD06A91-A6D1-4180-9BAF-E7D708D5D631}"/>
                    </a:ext>
                  </a:extLst>
                </p:cNvPr>
                <p:cNvGrpSpPr/>
                <p:nvPr/>
              </p:nvGrpSpPr>
              <p:grpSpPr>
                <a:xfrm>
                  <a:off x="3537885" y="3613867"/>
                  <a:ext cx="1275127" cy="1242298"/>
                  <a:chOff x="6604931" y="3799656"/>
                  <a:chExt cx="1275127" cy="1242298"/>
                </a:xfrm>
              </p:grpSpPr>
              <p:sp>
                <p:nvSpPr>
                  <p:cNvPr id="19" name="타원 18">
                    <a:extLst>
                      <a:ext uri="{FF2B5EF4-FFF2-40B4-BE49-F238E27FC236}">
                        <a16:creationId xmlns:a16="http://schemas.microsoft.com/office/drawing/2014/main" id="{BF31A36F-DAA0-411D-8A56-F2BE5EE0047A}"/>
                      </a:ext>
                    </a:extLst>
                  </p:cNvPr>
                  <p:cNvSpPr/>
                  <p:nvPr/>
                </p:nvSpPr>
                <p:spPr>
                  <a:xfrm>
                    <a:off x="6672351" y="3799656"/>
                    <a:ext cx="1140288" cy="1125580"/>
                  </a:xfrm>
                  <a:prstGeom prst="ellipse">
                    <a:avLst/>
                  </a:prstGeom>
                  <a:noFill/>
                  <a:ln w="762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  <p:sp>
                <p:nvSpPr>
                  <p:cNvPr id="20" name="직사각형 19">
                    <a:extLst>
                      <a:ext uri="{FF2B5EF4-FFF2-40B4-BE49-F238E27FC236}">
                        <a16:creationId xmlns:a16="http://schemas.microsoft.com/office/drawing/2014/main" id="{6EF6008D-DCD0-403A-8079-F09083CD1D8A}"/>
                      </a:ext>
                    </a:extLst>
                  </p:cNvPr>
                  <p:cNvSpPr/>
                  <p:nvPr/>
                </p:nvSpPr>
                <p:spPr>
                  <a:xfrm>
                    <a:off x="6604931" y="4362446"/>
                    <a:ext cx="1275127" cy="679508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</p:grpSp>
            <p:sp>
              <p:nvSpPr>
                <p:cNvPr id="6" name="직사각형 5">
                  <a:extLst>
                    <a:ext uri="{FF2B5EF4-FFF2-40B4-BE49-F238E27FC236}">
                      <a16:creationId xmlns:a16="http://schemas.microsoft.com/office/drawing/2014/main" id="{EDE7842D-F9B1-4860-B147-57D30D1E54C5}"/>
                    </a:ext>
                  </a:extLst>
                </p:cNvPr>
                <p:cNvSpPr/>
                <p:nvPr/>
              </p:nvSpPr>
              <p:spPr>
                <a:xfrm>
                  <a:off x="3573625" y="2967135"/>
                  <a:ext cx="1203649" cy="1203649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cxnSp>
            <p:nvCxnSpPr>
              <p:cNvPr id="38" name="직선 연결선 37">
                <a:extLst>
                  <a:ext uri="{FF2B5EF4-FFF2-40B4-BE49-F238E27FC236}">
                    <a16:creationId xmlns:a16="http://schemas.microsoft.com/office/drawing/2014/main" id="{AB760210-A2C8-4477-A114-1BCF1793E7B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175448" y="2961262"/>
                <a:ext cx="956" cy="627029"/>
              </a:xfrm>
              <a:prstGeom prst="line">
                <a:avLst/>
              </a:prstGeom>
              <a:ln w="762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pic>
          <p:nvPicPr>
            <p:cNvPr id="47" name="그림 46">
              <a:extLst>
                <a:ext uri="{FF2B5EF4-FFF2-40B4-BE49-F238E27FC236}">
                  <a16:creationId xmlns:a16="http://schemas.microsoft.com/office/drawing/2014/main" id="{CF8E5DD5-A827-4321-963E-CEC0DB65472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16897" y="3788824"/>
              <a:ext cx="161717" cy="313631"/>
            </a:xfrm>
            <a:prstGeom prst="rect">
              <a:avLst/>
            </a:prstGeom>
          </p:spPr>
        </p:pic>
      </p:grpSp>
      <p:sp>
        <p:nvSpPr>
          <p:cNvPr id="48" name="TextBox 47">
            <a:extLst>
              <a:ext uri="{FF2B5EF4-FFF2-40B4-BE49-F238E27FC236}">
                <a16:creationId xmlns:a16="http://schemas.microsoft.com/office/drawing/2014/main" id="{3777F3EB-6D05-4EFB-B247-A2B79836C46F}"/>
              </a:ext>
            </a:extLst>
          </p:cNvPr>
          <p:cNvSpPr txBox="1"/>
          <p:nvPr/>
        </p:nvSpPr>
        <p:spPr>
          <a:xfrm>
            <a:off x="890374" y="4416281"/>
            <a:ext cx="652435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600" b="1" dirty="0"/>
              <a:t>이어라 </a:t>
            </a:r>
            <a:r>
              <a:rPr lang="en-US" altLang="ko-KR" sz="3600" b="1" dirty="0"/>
              <a:t>!  </a:t>
            </a:r>
            <a:r>
              <a:rPr lang="ko-KR" altLang="en-US" sz="3600" b="1" dirty="0"/>
              <a:t>지어라 </a:t>
            </a:r>
            <a:r>
              <a:rPr lang="en-US" altLang="ko-KR" sz="3600" b="1" dirty="0"/>
              <a:t>!  </a:t>
            </a:r>
            <a:r>
              <a:rPr lang="ko-KR" altLang="en-US" sz="3600" b="1" dirty="0"/>
              <a:t>완성하라 </a:t>
            </a:r>
            <a:r>
              <a:rPr lang="en-US" altLang="ko-KR" sz="3600" b="1" dirty="0"/>
              <a:t>!</a:t>
            </a:r>
            <a:endParaRPr lang="ko-KR" altLang="en-US" sz="3600" b="1" dirty="0"/>
          </a:p>
        </p:txBody>
      </p:sp>
    </p:spTree>
    <p:extLst>
      <p:ext uri="{BB962C8B-B14F-4D97-AF65-F5344CB8AC3E}">
        <p14:creationId xmlns:p14="http://schemas.microsoft.com/office/powerpoint/2010/main" val="22049145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7" name="그룹 86">
            <a:extLst>
              <a:ext uri="{FF2B5EF4-FFF2-40B4-BE49-F238E27FC236}">
                <a16:creationId xmlns:a16="http://schemas.microsoft.com/office/drawing/2014/main" id="{A36A81F7-55AD-466D-BE7C-E0D917BC27FE}"/>
              </a:ext>
            </a:extLst>
          </p:cNvPr>
          <p:cNvGrpSpPr/>
          <p:nvPr/>
        </p:nvGrpSpPr>
        <p:grpSpPr>
          <a:xfrm>
            <a:off x="1148383" y="1938653"/>
            <a:ext cx="912515" cy="1045672"/>
            <a:chOff x="9990529" y="2984770"/>
            <a:chExt cx="912515" cy="1045672"/>
          </a:xfrm>
        </p:grpSpPr>
        <p:pic>
          <p:nvPicPr>
            <p:cNvPr id="77" name="그림 76">
              <a:extLst>
                <a:ext uri="{FF2B5EF4-FFF2-40B4-BE49-F238E27FC236}">
                  <a16:creationId xmlns:a16="http://schemas.microsoft.com/office/drawing/2014/main" id="{B875A93D-A07B-4D81-A3DF-D1C04443683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63866" y="2984770"/>
              <a:ext cx="539178" cy="1045672"/>
            </a:xfrm>
            <a:prstGeom prst="rect">
              <a:avLst/>
            </a:prstGeom>
          </p:spPr>
        </p:pic>
        <p:pic>
          <p:nvPicPr>
            <p:cNvPr id="84" name="그림 83">
              <a:extLst>
                <a:ext uri="{FF2B5EF4-FFF2-40B4-BE49-F238E27FC236}">
                  <a16:creationId xmlns:a16="http://schemas.microsoft.com/office/drawing/2014/main" id="{285821CB-2E00-4D88-AB98-60B19F6E20C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990529" y="3283646"/>
              <a:ext cx="161717" cy="313631"/>
            </a:xfrm>
            <a:prstGeom prst="rect">
              <a:avLst/>
            </a:prstGeom>
          </p:spPr>
        </p:pic>
      </p:grpSp>
      <p:grpSp>
        <p:nvGrpSpPr>
          <p:cNvPr id="109" name="그룹 108">
            <a:extLst>
              <a:ext uri="{FF2B5EF4-FFF2-40B4-BE49-F238E27FC236}">
                <a16:creationId xmlns:a16="http://schemas.microsoft.com/office/drawing/2014/main" id="{6BB9BF3A-9F96-454D-80B1-C1F496CBEB74}"/>
              </a:ext>
            </a:extLst>
          </p:cNvPr>
          <p:cNvGrpSpPr/>
          <p:nvPr/>
        </p:nvGrpSpPr>
        <p:grpSpPr>
          <a:xfrm>
            <a:off x="7295724" y="1600562"/>
            <a:ext cx="2159971" cy="1768256"/>
            <a:chOff x="1322928" y="5115450"/>
            <a:chExt cx="2159971" cy="1768256"/>
          </a:xfrm>
        </p:grpSpPr>
        <p:grpSp>
          <p:nvGrpSpPr>
            <p:cNvPr id="108" name="그룹 107">
              <a:extLst>
                <a:ext uri="{FF2B5EF4-FFF2-40B4-BE49-F238E27FC236}">
                  <a16:creationId xmlns:a16="http://schemas.microsoft.com/office/drawing/2014/main" id="{AC30CC32-DD04-4DF7-A22E-5E379DA8909B}"/>
                </a:ext>
              </a:extLst>
            </p:cNvPr>
            <p:cNvGrpSpPr/>
            <p:nvPr/>
          </p:nvGrpSpPr>
          <p:grpSpPr>
            <a:xfrm>
              <a:off x="1322928" y="5115450"/>
              <a:ext cx="2159971" cy="1768256"/>
              <a:chOff x="1000647" y="4057516"/>
              <a:chExt cx="2159971" cy="1768256"/>
            </a:xfrm>
          </p:grpSpPr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2158114-0C83-443A-A62F-D98D7E588A7B}"/>
                  </a:ext>
                </a:extLst>
              </p:cNvPr>
              <p:cNvSpPr txBox="1"/>
              <p:nvPr/>
            </p:nvSpPr>
            <p:spPr>
              <a:xfrm>
                <a:off x="1014969" y="4067678"/>
                <a:ext cx="36911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b="1" dirty="0"/>
                  <a:t>“</a:t>
                </a:r>
                <a:endParaRPr lang="ko-KR" altLang="en-US" b="1" dirty="0"/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7291BB8-A5D9-44E5-9CB0-2AB88AABE041}"/>
                  </a:ext>
                </a:extLst>
              </p:cNvPr>
              <p:cNvSpPr txBox="1"/>
              <p:nvPr/>
            </p:nvSpPr>
            <p:spPr>
              <a:xfrm>
                <a:off x="1000647" y="5453243"/>
                <a:ext cx="36911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b="1" dirty="0"/>
                  <a:t>“</a:t>
                </a:r>
                <a:endParaRPr lang="ko-KR" altLang="en-US" b="1" dirty="0"/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1998DA9-5981-4A6F-B75A-238DEC0A9105}"/>
                  </a:ext>
                </a:extLst>
              </p:cNvPr>
              <p:cNvSpPr txBox="1"/>
              <p:nvPr/>
            </p:nvSpPr>
            <p:spPr>
              <a:xfrm>
                <a:off x="2393277" y="5456440"/>
                <a:ext cx="36911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b="1" dirty="0"/>
                  <a:t>“</a:t>
                </a:r>
                <a:endParaRPr lang="ko-KR" altLang="en-US" b="1" dirty="0"/>
              </a:p>
            </p:txBody>
          </p:sp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B3A9185F-B33F-4395-8E89-97614B261941}"/>
                  </a:ext>
                </a:extLst>
              </p:cNvPr>
              <p:cNvSpPr txBox="1"/>
              <p:nvPr/>
            </p:nvSpPr>
            <p:spPr>
              <a:xfrm>
                <a:off x="2430087" y="4057516"/>
                <a:ext cx="36911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b="1" dirty="0"/>
                  <a:t>“</a:t>
                </a:r>
                <a:endParaRPr lang="ko-KR" altLang="en-US" b="1" dirty="0"/>
              </a:p>
            </p:txBody>
          </p:sp>
          <p:grpSp>
            <p:nvGrpSpPr>
              <p:cNvPr id="106" name="그룹 105">
                <a:extLst>
                  <a:ext uri="{FF2B5EF4-FFF2-40B4-BE49-F238E27FC236}">
                    <a16:creationId xmlns:a16="http://schemas.microsoft.com/office/drawing/2014/main" id="{42DAC025-74BD-47EA-BB92-6D8135126F0E}"/>
                  </a:ext>
                </a:extLst>
              </p:cNvPr>
              <p:cNvGrpSpPr/>
              <p:nvPr/>
            </p:nvGrpSpPr>
            <p:grpSpPr>
              <a:xfrm>
                <a:off x="1291694" y="4242930"/>
                <a:ext cx="1868924" cy="1275127"/>
                <a:chOff x="1291694" y="4242930"/>
                <a:chExt cx="1868924" cy="1275127"/>
              </a:xfrm>
            </p:grpSpPr>
            <p:grpSp>
              <p:nvGrpSpPr>
                <p:cNvPr id="94" name="그룹 93">
                  <a:extLst>
                    <a:ext uri="{FF2B5EF4-FFF2-40B4-BE49-F238E27FC236}">
                      <a16:creationId xmlns:a16="http://schemas.microsoft.com/office/drawing/2014/main" id="{0154AA6E-9E07-463D-B0D4-1BA80A4DD431}"/>
                    </a:ext>
                  </a:extLst>
                </p:cNvPr>
                <p:cNvGrpSpPr/>
                <p:nvPr/>
              </p:nvGrpSpPr>
              <p:grpSpPr>
                <a:xfrm rot="16200000">
                  <a:off x="1901905" y="4259345"/>
                  <a:ext cx="1275127" cy="1242298"/>
                  <a:chOff x="6604931" y="3799656"/>
                  <a:chExt cx="1275127" cy="1242298"/>
                </a:xfrm>
              </p:grpSpPr>
              <p:sp>
                <p:nvSpPr>
                  <p:cNvPr id="95" name="타원 94">
                    <a:extLst>
                      <a:ext uri="{FF2B5EF4-FFF2-40B4-BE49-F238E27FC236}">
                        <a16:creationId xmlns:a16="http://schemas.microsoft.com/office/drawing/2014/main" id="{313C7292-4E3F-4ED8-8C84-9F03C4600FEE}"/>
                      </a:ext>
                    </a:extLst>
                  </p:cNvPr>
                  <p:cNvSpPr/>
                  <p:nvPr/>
                </p:nvSpPr>
                <p:spPr>
                  <a:xfrm>
                    <a:off x="6672351" y="3799656"/>
                    <a:ext cx="1140288" cy="1125580"/>
                  </a:xfrm>
                  <a:prstGeom prst="ellipse">
                    <a:avLst/>
                  </a:prstGeom>
                  <a:noFill/>
                  <a:ln w="762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  <p:sp>
                <p:nvSpPr>
                  <p:cNvPr id="96" name="직사각형 95">
                    <a:extLst>
                      <a:ext uri="{FF2B5EF4-FFF2-40B4-BE49-F238E27FC236}">
                        <a16:creationId xmlns:a16="http://schemas.microsoft.com/office/drawing/2014/main" id="{5C7B604D-70A2-4360-8BFD-CF7823EE6B76}"/>
                      </a:ext>
                    </a:extLst>
                  </p:cNvPr>
                  <p:cNvSpPr/>
                  <p:nvPr/>
                </p:nvSpPr>
                <p:spPr>
                  <a:xfrm>
                    <a:off x="6604931" y="4362446"/>
                    <a:ext cx="1275127" cy="679508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</p:grpSp>
            <p:sp>
              <p:nvSpPr>
                <p:cNvPr id="97" name="직사각형 96">
                  <a:extLst>
                    <a:ext uri="{FF2B5EF4-FFF2-40B4-BE49-F238E27FC236}">
                      <a16:creationId xmlns:a16="http://schemas.microsoft.com/office/drawing/2014/main" id="{F1A9AF81-B700-416E-9678-471ED99CC243}"/>
                    </a:ext>
                  </a:extLst>
                </p:cNvPr>
                <p:cNvSpPr/>
                <p:nvPr/>
              </p:nvSpPr>
              <p:spPr>
                <a:xfrm>
                  <a:off x="1291694" y="4278671"/>
                  <a:ext cx="1203649" cy="1203649"/>
                </a:xfrm>
                <a:prstGeom prst="rect">
                  <a:avLst/>
                </a:prstGeom>
                <a:noFill/>
                <a:ln>
                  <a:solidFill>
                    <a:srgbClr val="0000FF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98" name="TextBox 97">
                  <a:extLst>
                    <a:ext uri="{FF2B5EF4-FFF2-40B4-BE49-F238E27FC236}">
                      <a16:creationId xmlns:a16="http://schemas.microsoft.com/office/drawing/2014/main" id="{9B59911D-07BA-4EC8-A7EC-7F7069153727}"/>
                    </a:ext>
                  </a:extLst>
                </p:cNvPr>
                <p:cNvSpPr txBox="1"/>
                <p:nvPr/>
              </p:nvSpPr>
              <p:spPr>
                <a:xfrm>
                  <a:off x="2043589" y="4677693"/>
                  <a:ext cx="444616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ko-KR" altLang="en-US" sz="2000" b="1" dirty="0"/>
                    <a:t>성</a:t>
                  </a:r>
                  <a:endParaRPr lang="ko-KR" altLang="en-US" b="1" dirty="0"/>
                </a:p>
              </p:txBody>
            </p:sp>
            <p:cxnSp>
              <p:nvCxnSpPr>
                <p:cNvPr id="99" name="직선 연결선 98">
                  <a:extLst>
                    <a:ext uri="{FF2B5EF4-FFF2-40B4-BE49-F238E27FC236}">
                      <a16:creationId xmlns:a16="http://schemas.microsoft.com/office/drawing/2014/main" id="{419F0C8A-C549-4F8E-925D-EE7123BDB94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1712261" y="4265965"/>
                  <a:ext cx="956" cy="627029"/>
                </a:xfrm>
                <a:prstGeom prst="line">
                  <a:avLst/>
                </a:prstGeom>
                <a:ln w="762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cxnSp>
          <p:nvCxnSpPr>
            <p:cNvPr id="100" name="직선 연결선 99">
              <a:extLst>
                <a:ext uri="{FF2B5EF4-FFF2-40B4-BE49-F238E27FC236}">
                  <a16:creationId xmlns:a16="http://schemas.microsoft.com/office/drawing/2014/main" id="{4F930E36-2405-4BB5-9E3C-DC56DCF173C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009031" y="5940080"/>
              <a:ext cx="206059" cy="5311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0" name="그룹 109">
            <a:extLst>
              <a:ext uri="{FF2B5EF4-FFF2-40B4-BE49-F238E27FC236}">
                <a16:creationId xmlns:a16="http://schemas.microsoft.com/office/drawing/2014/main" id="{9DF2FFAD-0494-4343-891E-BE82BECC4943}"/>
              </a:ext>
            </a:extLst>
          </p:cNvPr>
          <p:cNvGrpSpPr/>
          <p:nvPr/>
        </p:nvGrpSpPr>
        <p:grpSpPr>
          <a:xfrm>
            <a:off x="2302478" y="621624"/>
            <a:ext cx="4817335" cy="3606669"/>
            <a:chOff x="2302478" y="621624"/>
            <a:chExt cx="4817335" cy="3606669"/>
          </a:xfrm>
        </p:grpSpPr>
        <p:grpSp>
          <p:nvGrpSpPr>
            <p:cNvPr id="107" name="그룹 106">
              <a:extLst>
                <a:ext uri="{FF2B5EF4-FFF2-40B4-BE49-F238E27FC236}">
                  <a16:creationId xmlns:a16="http://schemas.microsoft.com/office/drawing/2014/main" id="{964BF397-D79F-4383-8FC4-983D802926D8}"/>
                </a:ext>
              </a:extLst>
            </p:cNvPr>
            <p:cNvGrpSpPr/>
            <p:nvPr/>
          </p:nvGrpSpPr>
          <p:grpSpPr>
            <a:xfrm>
              <a:off x="2302478" y="621624"/>
              <a:ext cx="4817335" cy="3606669"/>
              <a:chOff x="1229008" y="1290397"/>
              <a:chExt cx="4817335" cy="3606669"/>
            </a:xfrm>
          </p:grpSpPr>
          <p:sp>
            <p:nvSpPr>
              <p:cNvPr id="4" name="직사각형 3">
                <a:extLst>
                  <a:ext uri="{FF2B5EF4-FFF2-40B4-BE49-F238E27FC236}">
                    <a16:creationId xmlns:a16="http://schemas.microsoft.com/office/drawing/2014/main" id="{CB943B51-C037-4DC6-90E2-8DABD577B8F9}"/>
                  </a:ext>
                </a:extLst>
              </p:cNvPr>
              <p:cNvSpPr/>
              <p:nvPr/>
            </p:nvSpPr>
            <p:spPr>
              <a:xfrm>
                <a:off x="1229008" y="1290397"/>
                <a:ext cx="1203649" cy="1203649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cxnSp>
            <p:nvCxnSpPr>
              <p:cNvPr id="26" name="직선 연결선 25">
                <a:extLst>
                  <a:ext uri="{FF2B5EF4-FFF2-40B4-BE49-F238E27FC236}">
                    <a16:creationId xmlns:a16="http://schemas.microsoft.com/office/drawing/2014/main" id="{0EB6E1B2-FB39-42DA-87AC-1939A524F2C3}"/>
                  </a:ext>
                </a:extLst>
              </p:cNvPr>
              <p:cNvCxnSpPr/>
              <p:nvPr/>
            </p:nvCxnSpPr>
            <p:spPr>
              <a:xfrm>
                <a:off x="1229008" y="1863005"/>
                <a:ext cx="1203649" cy="0"/>
              </a:xfrm>
              <a:prstGeom prst="line">
                <a:avLst/>
              </a:prstGeom>
              <a:ln w="762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1" name="그룹 40">
                <a:extLst>
                  <a:ext uri="{FF2B5EF4-FFF2-40B4-BE49-F238E27FC236}">
                    <a16:creationId xmlns:a16="http://schemas.microsoft.com/office/drawing/2014/main" id="{5FC810AD-1932-4DEB-BE67-7A64504782C9}"/>
                  </a:ext>
                </a:extLst>
              </p:cNvPr>
              <p:cNvGrpSpPr/>
              <p:nvPr/>
            </p:nvGrpSpPr>
            <p:grpSpPr>
              <a:xfrm>
                <a:off x="2432657" y="1858628"/>
                <a:ext cx="601824" cy="627029"/>
                <a:chOff x="8814649" y="1031703"/>
                <a:chExt cx="601824" cy="627029"/>
              </a:xfrm>
            </p:grpSpPr>
            <p:cxnSp>
              <p:nvCxnSpPr>
                <p:cNvPr id="39" name="직선 연결선 38">
                  <a:extLst>
                    <a:ext uri="{FF2B5EF4-FFF2-40B4-BE49-F238E27FC236}">
                      <a16:creationId xmlns:a16="http://schemas.microsoft.com/office/drawing/2014/main" id="{310F9280-C163-4ED5-B6E9-756E9744275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814649" y="1031703"/>
                  <a:ext cx="601824" cy="0"/>
                </a:xfrm>
                <a:prstGeom prst="line">
                  <a:avLst/>
                </a:prstGeom>
                <a:ln w="762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직선 연결선 39">
                  <a:extLst>
                    <a:ext uri="{FF2B5EF4-FFF2-40B4-BE49-F238E27FC236}">
                      <a16:creationId xmlns:a16="http://schemas.microsoft.com/office/drawing/2014/main" id="{19AD1448-88CC-4139-876F-6330B0360A4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9415517" y="1031703"/>
                  <a:ext cx="956" cy="627029"/>
                </a:xfrm>
                <a:prstGeom prst="line">
                  <a:avLst/>
                </a:prstGeom>
                <a:ln w="762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52" name="그룹 51">
                <a:extLst>
                  <a:ext uri="{FF2B5EF4-FFF2-40B4-BE49-F238E27FC236}">
                    <a16:creationId xmlns:a16="http://schemas.microsoft.com/office/drawing/2014/main" id="{192038A5-EBA5-4802-80CF-6C1063880514}"/>
                  </a:ext>
                </a:extLst>
              </p:cNvPr>
              <p:cNvGrpSpPr/>
              <p:nvPr/>
            </p:nvGrpSpPr>
            <p:grpSpPr>
              <a:xfrm rot="10800000">
                <a:off x="3594529" y="3013544"/>
                <a:ext cx="1275127" cy="1242298"/>
                <a:chOff x="6604931" y="3799656"/>
                <a:chExt cx="1275127" cy="1242298"/>
              </a:xfrm>
            </p:grpSpPr>
            <p:sp>
              <p:nvSpPr>
                <p:cNvPr id="53" name="타원 52">
                  <a:extLst>
                    <a:ext uri="{FF2B5EF4-FFF2-40B4-BE49-F238E27FC236}">
                      <a16:creationId xmlns:a16="http://schemas.microsoft.com/office/drawing/2014/main" id="{8209B8E6-6A24-4D4E-A4F2-9773271DC949}"/>
                    </a:ext>
                  </a:extLst>
                </p:cNvPr>
                <p:cNvSpPr/>
                <p:nvPr/>
              </p:nvSpPr>
              <p:spPr>
                <a:xfrm>
                  <a:off x="6672351" y="3799656"/>
                  <a:ext cx="1140288" cy="1125580"/>
                </a:xfrm>
                <a:prstGeom prst="ellipse">
                  <a:avLst/>
                </a:prstGeom>
                <a:noFill/>
                <a:ln w="762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54" name="직사각형 53">
                  <a:extLst>
                    <a:ext uri="{FF2B5EF4-FFF2-40B4-BE49-F238E27FC236}">
                      <a16:creationId xmlns:a16="http://schemas.microsoft.com/office/drawing/2014/main" id="{D9EF3485-F71D-4F00-8763-B05BEEDE6B9F}"/>
                    </a:ext>
                  </a:extLst>
                </p:cNvPr>
                <p:cNvSpPr/>
                <p:nvPr/>
              </p:nvSpPr>
              <p:spPr>
                <a:xfrm>
                  <a:off x="6604931" y="4362446"/>
                  <a:ext cx="1275127" cy="679508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sp>
            <p:nvSpPr>
              <p:cNvPr id="55" name="직사각형 54">
                <a:extLst>
                  <a:ext uri="{FF2B5EF4-FFF2-40B4-BE49-F238E27FC236}">
                    <a16:creationId xmlns:a16="http://schemas.microsoft.com/office/drawing/2014/main" id="{6172605E-9F5A-4C4A-B3BD-E4B52D698430}"/>
                  </a:ext>
                </a:extLst>
              </p:cNvPr>
              <p:cNvSpPr/>
              <p:nvPr/>
            </p:nvSpPr>
            <p:spPr>
              <a:xfrm>
                <a:off x="3638654" y="3693417"/>
                <a:ext cx="1203649" cy="1203649"/>
              </a:xfrm>
              <a:prstGeom prst="rect">
                <a:avLst/>
              </a:prstGeom>
              <a:noFill/>
              <a:ln>
                <a:solidFill>
                  <a:srgbClr val="0000F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76494A00-9B8E-436E-BFC2-C20D334AF1AF}"/>
                  </a:ext>
                </a:extLst>
              </p:cNvPr>
              <p:cNvSpPr txBox="1"/>
              <p:nvPr/>
            </p:nvSpPr>
            <p:spPr>
              <a:xfrm>
                <a:off x="3999610" y="3765289"/>
                <a:ext cx="444616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ko-KR" altLang="en-US" sz="2000" b="1" dirty="0"/>
                  <a:t>성</a:t>
                </a:r>
                <a:endParaRPr lang="ko-KR" altLang="en-US" b="1" dirty="0"/>
              </a:p>
            </p:txBody>
          </p:sp>
          <p:grpSp>
            <p:nvGrpSpPr>
              <p:cNvPr id="57" name="그룹 56">
                <a:extLst>
                  <a:ext uri="{FF2B5EF4-FFF2-40B4-BE49-F238E27FC236}">
                    <a16:creationId xmlns:a16="http://schemas.microsoft.com/office/drawing/2014/main" id="{191D27EA-E296-48D3-BE4C-36C045DFEB8C}"/>
                  </a:ext>
                </a:extLst>
              </p:cNvPr>
              <p:cNvGrpSpPr/>
              <p:nvPr/>
            </p:nvGrpSpPr>
            <p:grpSpPr>
              <a:xfrm>
                <a:off x="3608591" y="1920351"/>
                <a:ext cx="1239389" cy="1242298"/>
                <a:chOff x="6604931" y="3799656"/>
                <a:chExt cx="1275127" cy="1242298"/>
              </a:xfrm>
            </p:grpSpPr>
            <p:sp>
              <p:nvSpPr>
                <p:cNvPr id="58" name="타원 57">
                  <a:extLst>
                    <a:ext uri="{FF2B5EF4-FFF2-40B4-BE49-F238E27FC236}">
                      <a16:creationId xmlns:a16="http://schemas.microsoft.com/office/drawing/2014/main" id="{DFFA8837-5949-40FD-950D-3A819BA52E20}"/>
                    </a:ext>
                  </a:extLst>
                </p:cNvPr>
                <p:cNvSpPr/>
                <p:nvPr/>
              </p:nvSpPr>
              <p:spPr>
                <a:xfrm>
                  <a:off x="6672351" y="3799656"/>
                  <a:ext cx="1140288" cy="1125580"/>
                </a:xfrm>
                <a:prstGeom prst="ellipse">
                  <a:avLst/>
                </a:prstGeom>
                <a:noFill/>
                <a:ln w="762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59" name="직사각형 58">
                  <a:extLst>
                    <a:ext uri="{FF2B5EF4-FFF2-40B4-BE49-F238E27FC236}">
                      <a16:creationId xmlns:a16="http://schemas.microsoft.com/office/drawing/2014/main" id="{4538398D-6B2A-4E53-B4CD-879DD2E90D88}"/>
                    </a:ext>
                  </a:extLst>
                </p:cNvPr>
                <p:cNvSpPr/>
                <p:nvPr/>
              </p:nvSpPr>
              <p:spPr>
                <a:xfrm>
                  <a:off x="6604931" y="4362446"/>
                  <a:ext cx="1275127" cy="679508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1602D6BD-618B-4635-A9E6-972C84769596}"/>
                  </a:ext>
                </a:extLst>
              </p:cNvPr>
              <p:cNvSpPr txBox="1"/>
              <p:nvPr/>
            </p:nvSpPr>
            <p:spPr>
              <a:xfrm>
                <a:off x="4015457" y="2051085"/>
                <a:ext cx="444616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ko-KR" altLang="en-US" sz="2000" b="1" dirty="0"/>
                  <a:t>성</a:t>
                </a:r>
                <a:endParaRPr lang="ko-KR" altLang="en-US" b="1" dirty="0"/>
              </a:p>
            </p:txBody>
          </p:sp>
          <p:sp>
            <p:nvSpPr>
              <p:cNvPr id="67" name="직사각형 66">
                <a:extLst>
                  <a:ext uri="{FF2B5EF4-FFF2-40B4-BE49-F238E27FC236}">
                    <a16:creationId xmlns:a16="http://schemas.microsoft.com/office/drawing/2014/main" id="{3A622223-1289-470C-98C7-2D1DF71A3894}"/>
                  </a:ext>
                </a:extLst>
              </p:cNvPr>
              <p:cNvSpPr/>
              <p:nvPr/>
            </p:nvSpPr>
            <p:spPr>
              <a:xfrm>
                <a:off x="2430087" y="2490510"/>
                <a:ext cx="1203649" cy="1203649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  <a:prstDash val="lg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47" name="그룹 46">
                <a:extLst>
                  <a:ext uri="{FF2B5EF4-FFF2-40B4-BE49-F238E27FC236}">
                    <a16:creationId xmlns:a16="http://schemas.microsoft.com/office/drawing/2014/main" id="{8124A149-115F-4BB6-9FEA-BB386A08DB3F}"/>
                  </a:ext>
                </a:extLst>
              </p:cNvPr>
              <p:cNvGrpSpPr/>
              <p:nvPr/>
            </p:nvGrpSpPr>
            <p:grpSpPr>
              <a:xfrm rot="5400000">
                <a:off x="4137367" y="2490049"/>
                <a:ext cx="1275127" cy="1203650"/>
                <a:chOff x="6604931" y="3799656"/>
                <a:chExt cx="1275127" cy="1242298"/>
              </a:xfrm>
            </p:grpSpPr>
            <p:sp>
              <p:nvSpPr>
                <p:cNvPr id="49" name="타원 48">
                  <a:extLst>
                    <a:ext uri="{FF2B5EF4-FFF2-40B4-BE49-F238E27FC236}">
                      <a16:creationId xmlns:a16="http://schemas.microsoft.com/office/drawing/2014/main" id="{35546CA5-EAEF-4F66-94B4-4034278B0D36}"/>
                    </a:ext>
                  </a:extLst>
                </p:cNvPr>
                <p:cNvSpPr/>
                <p:nvPr/>
              </p:nvSpPr>
              <p:spPr>
                <a:xfrm>
                  <a:off x="6672351" y="3799656"/>
                  <a:ext cx="1140288" cy="1125580"/>
                </a:xfrm>
                <a:prstGeom prst="ellipse">
                  <a:avLst/>
                </a:prstGeom>
                <a:noFill/>
                <a:ln w="762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50" name="직사각형 49">
                  <a:extLst>
                    <a:ext uri="{FF2B5EF4-FFF2-40B4-BE49-F238E27FC236}">
                      <a16:creationId xmlns:a16="http://schemas.microsoft.com/office/drawing/2014/main" id="{2D11238B-37EB-4F4A-A2E9-4AC08277A100}"/>
                    </a:ext>
                  </a:extLst>
                </p:cNvPr>
                <p:cNvSpPr/>
                <p:nvPr/>
              </p:nvSpPr>
              <p:spPr>
                <a:xfrm>
                  <a:off x="6604931" y="4362446"/>
                  <a:ext cx="1275127" cy="679508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A736D8FB-E706-4C8D-A844-F2782AFA7EBE}"/>
                  </a:ext>
                </a:extLst>
              </p:cNvPr>
              <p:cNvSpPr txBox="1"/>
              <p:nvPr/>
            </p:nvSpPr>
            <p:spPr>
              <a:xfrm>
                <a:off x="4808880" y="2891818"/>
                <a:ext cx="444616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ko-KR" altLang="en-US" sz="2000" b="1" dirty="0"/>
                  <a:t>성</a:t>
                </a:r>
                <a:endParaRPr lang="ko-KR" altLang="en-US" b="1" dirty="0"/>
              </a:p>
            </p:txBody>
          </p:sp>
          <p:sp>
            <p:nvSpPr>
              <p:cNvPr id="48" name="직사각형 47">
                <a:extLst>
                  <a:ext uri="{FF2B5EF4-FFF2-40B4-BE49-F238E27FC236}">
                    <a16:creationId xmlns:a16="http://schemas.microsoft.com/office/drawing/2014/main" id="{7728CFC9-9290-4E73-BF11-CF144BFCAB92}"/>
                  </a:ext>
                </a:extLst>
              </p:cNvPr>
              <p:cNvSpPr/>
              <p:nvPr/>
            </p:nvSpPr>
            <p:spPr>
              <a:xfrm>
                <a:off x="4842694" y="2490049"/>
                <a:ext cx="1203649" cy="1203649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08FD95C9-4DB2-449F-A390-2002BE02852C}"/>
                  </a:ext>
                </a:extLst>
              </p:cNvPr>
              <p:cNvSpPr txBox="1"/>
              <p:nvPr/>
            </p:nvSpPr>
            <p:spPr>
              <a:xfrm>
                <a:off x="4009785" y="2814560"/>
                <a:ext cx="444616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ko-KR" altLang="en-US" sz="2000" b="1" dirty="0"/>
                  <a:t>성</a:t>
                </a:r>
                <a:endParaRPr lang="ko-KR" altLang="en-US" b="1" dirty="0"/>
              </a:p>
            </p:txBody>
          </p:sp>
          <p:pic>
            <p:nvPicPr>
              <p:cNvPr id="91" name="그림 90">
                <a:extLst>
                  <a:ext uri="{FF2B5EF4-FFF2-40B4-BE49-F238E27FC236}">
                    <a16:creationId xmlns:a16="http://schemas.microsoft.com/office/drawing/2014/main" id="{C7D32EB8-BF1E-4C14-BCD5-1F6397A775E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570414" y="1673902"/>
                <a:ext cx="161717" cy="323433"/>
              </a:xfrm>
              <a:prstGeom prst="rect">
                <a:avLst/>
              </a:prstGeom>
            </p:spPr>
          </p:pic>
          <p:sp>
            <p:nvSpPr>
              <p:cNvPr id="60" name="직사각형 59">
                <a:extLst>
                  <a:ext uri="{FF2B5EF4-FFF2-40B4-BE49-F238E27FC236}">
                    <a16:creationId xmlns:a16="http://schemas.microsoft.com/office/drawing/2014/main" id="{8670A48F-E3FD-4EF4-BE7C-655CBFD43B75}"/>
                  </a:ext>
                </a:extLst>
              </p:cNvPr>
              <p:cNvSpPr/>
              <p:nvPr/>
            </p:nvSpPr>
            <p:spPr>
              <a:xfrm>
                <a:off x="3635942" y="1290397"/>
                <a:ext cx="1203649" cy="1203649"/>
              </a:xfrm>
              <a:prstGeom prst="rect">
                <a:avLst/>
              </a:prstGeom>
              <a:noFill/>
              <a:ln>
                <a:solidFill>
                  <a:srgbClr val="0000F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rgbClr val="0000FF"/>
                  </a:solidFill>
                </a:endParaRPr>
              </a:p>
            </p:txBody>
          </p:sp>
          <p:sp>
            <p:nvSpPr>
              <p:cNvPr id="38" name="직사각형 37">
                <a:extLst>
                  <a:ext uri="{FF2B5EF4-FFF2-40B4-BE49-F238E27FC236}">
                    <a16:creationId xmlns:a16="http://schemas.microsoft.com/office/drawing/2014/main" id="{1F4D8BA2-596F-4C0C-AFDF-FB7A48756953}"/>
                  </a:ext>
                </a:extLst>
              </p:cNvPr>
              <p:cNvSpPr/>
              <p:nvPr/>
            </p:nvSpPr>
            <p:spPr>
              <a:xfrm>
                <a:off x="2432657" y="1290397"/>
                <a:ext cx="1203649" cy="1203649"/>
              </a:xfrm>
              <a:prstGeom prst="rect">
                <a:avLst/>
              </a:prstGeom>
              <a:noFill/>
              <a:ln>
                <a:solidFill>
                  <a:srgbClr val="0000F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rgbClr val="0000FF"/>
                  </a:solidFill>
                </a:endParaRPr>
              </a:p>
            </p:txBody>
          </p:sp>
        </p:grp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EDE7842D-F9B1-4860-B147-57D30D1E54C5}"/>
                </a:ext>
              </a:extLst>
            </p:cNvPr>
            <p:cNvSpPr/>
            <p:nvPr/>
          </p:nvSpPr>
          <p:spPr>
            <a:xfrm>
              <a:off x="4709803" y="1826459"/>
              <a:ext cx="1203649" cy="1203649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rgbClr val="FF0000"/>
                </a:solidFill>
              </a:endParaRPr>
            </a:p>
          </p:txBody>
        </p:sp>
      </p:grpSp>
      <p:pic>
        <p:nvPicPr>
          <p:cNvPr id="81" name="그림 80">
            <a:extLst>
              <a:ext uri="{FF2B5EF4-FFF2-40B4-BE49-F238E27FC236}">
                <a16:creationId xmlns:a16="http://schemas.microsoft.com/office/drawing/2014/main" id="{79E6DD76-CBAA-4269-9D95-1BF88BBE8D0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94279" y="1925938"/>
            <a:ext cx="510104" cy="1020204"/>
          </a:xfrm>
          <a:prstGeom prst="rect">
            <a:avLst/>
          </a:prstGeom>
        </p:spPr>
      </p:pic>
      <p:grpSp>
        <p:nvGrpSpPr>
          <p:cNvPr id="117" name="그룹 116">
            <a:extLst>
              <a:ext uri="{FF2B5EF4-FFF2-40B4-BE49-F238E27FC236}">
                <a16:creationId xmlns:a16="http://schemas.microsoft.com/office/drawing/2014/main" id="{CA1F9F30-7C11-4A90-A16C-E29FB7D46CA1}"/>
              </a:ext>
            </a:extLst>
          </p:cNvPr>
          <p:cNvGrpSpPr/>
          <p:nvPr/>
        </p:nvGrpSpPr>
        <p:grpSpPr>
          <a:xfrm>
            <a:off x="904323" y="3144691"/>
            <a:ext cx="1773971" cy="884757"/>
            <a:chOff x="528506" y="3089103"/>
            <a:chExt cx="1773971" cy="884757"/>
          </a:xfrm>
        </p:grpSpPr>
        <p:sp>
          <p:nvSpPr>
            <p:cNvPr id="111" name="말풍선: 타원형 110">
              <a:extLst>
                <a:ext uri="{FF2B5EF4-FFF2-40B4-BE49-F238E27FC236}">
                  <a16:creationId xmlns:a16="http://schemas.microsoft.com/office/drawing/2014/main" id="{E31BDDDC-74A3-405A-86BC-0324F1F0A584}"/>
                </a:ext>
              </a:extLst>
            </p:cNvPr>
            <p:cNvSpPr/>
            <p:nvPr/>
          </p:nvSpPr>
          <p:spPr>
            <a:xfrm rot="10800000">
              <a:off x="528506" y="3089103"/>
              <a:ext cx="1773971" cy="884757"/>
            </a:xfrm>
            <a:prstGeom prst="wedgeEllipseCallout">
              <a:avLst>
                <a:gd name="adj1" fmla="val 131"/>
                <a:gd name="adj2" fmla="val 62500"/>
              </a:avLst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2" name="TextBox 111">
              <a:extLst>
                <a:ext uri="{FF2B5EF4-FFF2-40B4-BE49-F238E27FC236}">
                  <a16:creationId xmlns:a16="http://schemas.microsoft.com/office/drawing/2014/main" id="{15DDE2B2-B9D8-4F3F-8801-DF4F7DA7C4E0}"/>
                </a:ext>
              </a:extLst>
            </p:cNvPr>
            <p:cNvSpPr txBox="1"/>
            <p:nvPr/>
          </p:nvSpPr>
          <p:spPr>
            <a:xfrm>
              <a:off x="528506" y="3337604"/>
              <a:ext cx="177397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b="1" dirty="0"/>
                <a:t>성 완성시켜 </a:t>
              </a:r>
              <a:r>
                <a:rPr lang="en-US" altLang="ko-KR" b="1" dirty="0"/>
                <a:t>!</a:t>
              </a:r>
              <a:endParaRPr lang="ko-KR" altLang="en-US" b="1" dirty="0"/>
            </a:p>
          </p:txBody>
        </p:sp>
      </p:grpSp>
      <p:grpSp>
        <p:nvGrpSpPr>
          <p:cNvPr id="116" name="그룹 115">
            <a:extLst>
              <a:ext uri="{FF2B5EF4-FFF2-40B4-BE49-F238E27FC236}">
                <a16:creationId xmlns:a16="http://schemas.microsoft.com/office/drawing/2014/main" id="{6A49C47D-AC69-4E2F-B279-93A1FF6C14DE}"/>
              </a:ext>
            </a:extLst>
          </p:cNvPr>
          <p:cNvGrpSpPr/>
          <p:nvPr/>
        </p:nvGrpSpPr>
        <p:grpSpPr>
          <a:xfrm>
            <a:off x="8025615" y="3272097"/>
            <a:ext cx="2626724" cy="884757"/>
            <a:chOff x="8321108" y="3103378"/>
            <a:chExt cx="2626724" cy="884757"/>
          </a:xfrm>
        </p:grpSpPr>
        <p:sp>
          <p:nvSpPr>
            <p:cNvPr id="114" name="말풍선: 타원형 113">
              <a:extLst>
                <a:ext uri="{FF2B5EF4-FFF2-40B4-BE49-F238E27FC236}">
                  <a16:creationId xmlns:a16="http://schemas.microsoft.com/office/drawing/2014/main" id="{BA04D8E5-C50B-4230-9FE6-11D05D37C1F4}"/>
                </a:ext>
              </a:extLst>
            </p:cNvPr>
            <p:cNvSpPr/>
            <p:nvPr/>
          </p:nvSpPr>
          <p:spPr>
            <a:xfrm rot="10800000">
              <a:off x="8321108" y="3103378"/>
              <a:ext cx="2626724" cy="884757"/>
            </a:xfrm>
            <a:prstGeom prst="wedgeEllipseCallout">
              <a:avLst>
                <a:gd name="adj1" fmla="val 131"/>
                <a:gd name="adj2" fmla="val 62500"/>
              </a:avLst>
            </a:prstGeom>
            <a:noFill/>
            <a:ln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5" name="TextBox 114">
              <a:extLst>
                <a:ext uri="{FF2B5EF4-FFF2-40B4-BE49-F238E27FC236}">
                  <a16:creationId xmlns:a16="http://schemas.microsoft.com/office/drawing/2014/main" id="{CDCAC948-201F-4020-BA05-23D3E02E78D0}"/>
                </a:ext>
              </a:extLst>
            </p:cNvPr>
            <p:cNvSpPr txBox="1"/>
            <p:nvPr/>
          </p:nvSpPr>
          <p:spPr>
            <a:xfrm>
              <a:off x="8430310" y="3363402"/>
              <a:ext cx="239987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600" b="1" dirty="0" err="1"/>
                <a:t>완성할테니</a:t>
              </a:r>
              <a:r>
                <a:rPr lang="ko-KR" altLang="en-US" sz="1600" b="1" dirty="0"/>
                <a:t> </a:t>
              </a:r>
              <a:r>
                <a:rPr lang="ko-KR" altLang="en-US" sz="1600" b="1" dirty="0" err="1"/>
                <a:t>미플</a:t>
              </a:r>
              <a:r>
                <a:rPr lang="ko-KR" altLang="en-US" sz="1600" b="1" dirty="0"/>
                <a:t> 올려 </a:t>
              </a:r>
              <a:r>
                <a:rPr lang="en-US" altLang="ko-KR" sz="1600" b="1" dirty="0"/>
                <a:t>!</a:t>
              </a:r>
              <a:endParaRPr lang="ko-KR" altLang="en-US" sz="1600" b="1" dirty="0"/>
            </a:p>
          </p:txBody>
        </p:sp>
      </p:grpSp>
      <p:sp>
        <p:nvSpPr>
          <p:cNvPr id="118" name="TextBox 117">
            <a:extLst>
              <a:ext uri="{FF2B5EF4-FFF2-40B4-BE49-F238E27FC236}">
                <a16:creationId xmlns:a16="http://schemas.microsoft.com/office/drawing/2014/main" id="{1CB853BE-798E-4DA5-86EC-ACF8BC006090}"/>
              </a:ext>
            </a:extLst>
          </p:cNvPr>
          <p:cNvSpPr txBox="1"/>
          <p:nvPr/>
        </p:nvSpPr>
        <p:spPr>
          <a:xfrm>
            <a:off x="3602959" y="4641577"/>
            <a:ext cx="3416552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5000" b="1" dirty="0"/>
              <a:t>협력하라 </a:t>
            </a:r>
            <a:r>
              <a:rPr lang="en-US" altLang="ko-KR" sz="5000" b="1" dirty="0"/>
              <a:t>!</a:t>
            </a:r>
            <a:endParaRPr lang="ko-KR" altLang="en-US" sz="5000" b="1" dirty="0"/>
          </a:p>
        </p:txBody>
      </p:sp>
    </p:spTree>
    <p:extLst>
      <p:ext uri="{BB962C8B-B14F-4D97-AF65-F5344CB8AC3E}">
        <p14:creationId xmlns:p14="http://schemas.microsoft.com/office/powerpoint/2010/main" val="29935964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ED736E30-164D-4921-8C36-4E8BF3CC8D48}"/>
              </a:ext>
            </a:extLst>
          </p:cNvPr>
          <p:cNvGrpSpPr/>
          <p:nvPr/>
        </p:nvGrpSpPr>
        <p:grpSpPr>
          <a:xfrm>
            <a:off x="3073472" y="628300"/>
            <a:ext cx="1275127" cy="1889030"/>
            <a:chOff x="2301327" y="3881587"/>
            <a:chExt cx="1275127" cy="1889030"/>
          </a:xfrm>
        </p:grpSpPr>
        <p:grpSp>
          <p:nvGrpSpPr>
            <p:cNvPr id="47" name="그룹 46">
              <a:extLst>
                <a:ext uri="{FF2B5EF4-FFF2-40B4-BE49-F238E27FC236}">
                  <a16:creationId xmlns:a16="http://schemas.microsoft.com/office/drawing/2014/main" id="{8124A149-115F-4BB6-9FEA-BB386A08DB3F}"/>
                </a:ext>
              </a:extLst>
            </p:cNvPr>
            <p:cNvGrpSpPr/>
            <p:nvPr/>
          </p:nvGrpSpPr>
          <p:grpSpPr>
            <a:xfrm>
              <a:off x="2301327" y="4528319"/>
              <a:ext cx="1275127" cy="1242298"/>
              <a:chOff x="6604931" y="3799656"/>
              <a:chExt cx="1275127" cy="1242298"/>
            </a:xfrm>
          </p:grpSpPr>
          <p:sp>
            <p:nvSpPr>
              <p:cNvPr id="49" name="타원 48">
                <a:extLst>
                  <a:ext uri="{FF2B5EF4-FFF2-40B4-BE49-F238E27FC236}">
                    <a16:creationId xmlns:a16="http://schemas.microsoft.com/office/drawing/2014/main" id="{35546CA5-EAEF-4F66-94B4-4034278B0D36}"/>
                  </a:ext>
                </a:extLst>
              </p:cNvPr>
              <p:cNvSpPr/>
              <p:nvPr/>
            </p:nvSpPr>
            <p:spPr>
              <a:xfrm>
                <a:off x="6672351" y="3799656"/>
                <a:ext cx="1140288" cy="1125580"/>
              </a:xfrm>
              <a:prstGeom prst="ellipse">
                <a:avLst/>
              </a:prstGeom>
              <a:noFill/>
              <a:ln w="762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0" name="직사각형 49">
                <a:extLst>
                  <a:ext uri="{FF2B5EF4-FFF2-40B4-BE49-F238E27FC236}">
                    <a16:creationId xmlns:a16="http://schemas.microsoft.com/office/drawing/2014/main" id="{2D11238B-37EB-4F4A-A2E9-4AC08277A100}"/>
                  </a:ext>
                </a:extLst>
              </p:cNvPr>
              <p:cNvSpPr/>
              <p:nvPr/>
            </p:nvSpPr>
            <p:spPr>
              <a:xfrm>
                <a:off x="6604931" y="4362446"/>
                <a:ext cx="1275127" cy="67950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48" name="직사각형 47">
              <a:extLst>
                <a:ext uri="{FF2B5EF4-FFF2-40B4-BE49-F238E27FC236}">
                  <a16:creationId xmlns:a16="http://schemas.microsoft.com/office/drawing/2014/main" id="{7728CFC9-9290-4E73-BF11-CF144BFCAB92}"/>
                </a:ext>
              </a:extLst>
            </p:cNvPr>
            <p:cNvSpPr/>
            <p:nvPr/>
          </p:nvSpPr>
          <p:spPr>
            <a:xfrm>
              <a:off x="2345456" y="3881587"/>
              <a:ext cx="1203649" cy="1203649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A736D8FB-E706-4C8D-A844-F2782AFA7EBE}"/>
                </a:ext>
              </a:extLst>
            </p:cNvPr>
            <p:cNvSpPr txBox="1"/>
            <p:nvPr/>
          </p:nvSpPr>
          <p:spPr>
            <a:xfrm>
              <a:off x="2716582" y="4642275"/>
              <a:ext cx="44461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2000" b="1" dirty="0"/>
                <a:t>성</a:t>
              </a:r>
              <a:endParaRPr lang="ko-KR" altLang="en-US" b="1" dirty="0"/>
            </a:p>
          </p:txBody>
        </p:sp>
      </p:grpSp>
      <p:grpSp>
        <p:nvGrpSpPr>
          <p:cNvPr id="52" name="그룹 51">
            <a:extLst>
              <a:ext uri="{FF2B5EF4-FFF2-40B4-BE49-F238E27FC236}">
                <a16:creationId xmlns:a16="http://schemas.microsoft.com/office/drawing/2014/main" id="{192038A5-EBA5-4802-80CF-6C1063880514}"/>
              </a:ext>
            </a:extLst>
          </p:cNvPr>
          <p:cNvGrpSpPr/>
          <p:nvPr/>
        </p:nvGrpSpPr>
        <p:grpSpPr>
          <a:xfrm rot="10800000">
            <a:off x="4281178" y="2353884"/>
            <a:ext cx="1275127" cy="1242298"/>
            <a:chOff x="6604931" y="3799656"/>
            <a:chExt cx="1275127" cy="1242298"/>
          </a:xfrm>
        </p:grpSpPr>
        <p:sp>
          <p:nvSpPr>
            <p:cNvPr id="53" name="타원 52">
              <a:extLst>
                <a:ext uri="{FF2B5EF4-FFF2-40B4-BE49-F238E27FC236}">
                  <a16:creationId xmlns:a16="http://schemas.microsoft.com/office/drawing/2014/main" id="{8209B8E6-6A24-4D4E-A4F2-9773271DC949}"/>
                </a:ext>
              </a:extLst>
            </p:cNvPr>
            <p:cNvSpPr/>
            <p:nvPr/>
          </p:nvSpPr>
          <p:spPr>
            <a:xfrm>
              <a:off x="6672351" y="3799656"/>
              <a:ext cx="1140288" cy="1125580"/>
            </a:xfrm>
            <a:prstGeom prst="ellipse">
              <a:avLst/>
            </a:prstGeom>
            <a:noFill/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4" name="직사각형 53">
              <a:extLst>
                <a:ext uri="{FF2B5EF4-FFF2-40B4-BE49-F238E27FC236}">
                  <a16:creationId xmlns:a16="http://schemas.microsoft.com/office/drawing/2014/main" id="{D9EF3485-F71D-4F00-8763-B05BEEDE6B9F}"/>
                </a:ext>
              </a:extLst>
            </p:cNvPr>
            <p:cNvSpPr/>
            <p:nvPr/>
          </p:nvSpPr>
          <p:spPr>
            <a:xfrm>
              <a:off x="6604931" y="4362446"/>
              <a:ext cx="1275127" cy="67950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56" name="TextBox 55">
            <a:extLst>
              <a:ext uri="{FF2B5EF4-FFF2-40B4-BE49-F238E27FC236}">
                <a16:creationId xmlns:a16="http://schemas.microsoft.com/office/drawing/2014/main" id="{76494A00-9B8E-436E-BFC2-C20D334AF1AF}"/>
              </a:ext>
            </a:extLst>
          </p:cNvPr>
          <p:cNvSpPr txBox="1"/>
          <p:nvPr/>
        </p:nvSpPr>
        <p:spPr>
          <a:xfrm>
            <a:off x="4686721" y="3114732"/>
            <a:ext cx="44461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b="1" dirty="0"/>
              <a:t>성</a:t>
            </a:r>
            <a:endParaRPr lang="ko-KR" altLang="en-US" b="1" dirty="0"/>
          </a:p>
        </p:txBody>
      </p:sp>
      <p:grpSp>
        <p:nvGrpSpPr>
          <p:cNvPr id="57" name="그룹 56">
            <a:extLst>
              <a:ext uri="{FF2B5EF4-FFF2-40B4-BE49-F238E27FC236}">
                <a16:creationId xmlns:a16="http://schemas.microsoft.com/office/drawing/2014/main" id="{191D27EA-E296-48D3-BE4C-36C045DFEB8C}"/>
              </a:ext>
            </a:extLst>
          </p:cNvPr>
          <p:cNvGrpSpPr/>
          <p:nvPr/>
        </p:nvGrpSpPr>
        <p:grpSpPr>
          <a:xfrm>
            <a:off x="4281180" y="1275032"/>
            <a:ext cx="1275127" cy="1242298"/>
            <a:chOff x="6604931" y="3799656"/>
            <a:chExt cx="1275127" cy="1242298"/>
          </a:xfrm>
        </p:grpSpPr>
        <p:sp>
          <p:nvSpPr>
            <p:cNvPr id="58" name="타원 57">
              <a:extLst>
                <a:ext uri="{FF2B5EF4-FFF2-40B4-BE49-F238E27FC236}">
                  <a16:creationId xmlns:a16="http://schemas.microsoft.com/office/drawing/2014/main" id="{DFFA8837-5949-40FD-950D-3A819BA52E20}"/>
                </a:ext>
              </a:extLst>
            </p:cNvPr>
            <p:cNvSpPr/>
            <p:nvPr/>
          </p:nvSpPr>
          <p:spPr>
            <a:xfrm>
              <a:off x="6672351" y="3799656"/>
              <a:ext cx="1140288" cy="1125580"/>
            </a:xfrm>
            <a:prstGeom prst="ellipse">
              <a:avLst/>
            </a:prstGeom>
            <a:noFill/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9" name="직사각형 58">
              <a:extLst>
                <a:ext uri="{FF2B5EF4-FFF2-40B4-BE49-F238E27FC236}">
                  <a16:creationId xmlns:a16="http://schemas.microsoft.com/office/drawing/2014/main" id="{4538398D-6B2A-4E53-B4CD-879DD2E90D88}"/>
                </a:ext>
              </a:extLst>
            </p:cNvPr>
            <p:cNvSpPr/>
            <p:nvPr/>
          </p:nvSpPr>
          <p:spPr>
            <a:xfrm>
              <a:off x="6604931" y="4362446"/>
              <a:ext cx="1275127" cy="67950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8670A48F-E3FD-4EF4-BE7C-655CBFD43B75}"/>
              </a:ext>
            </a:extLst>
          </p:cNvPr>
          <p:cNvSpPr/>
          <p:nvPr/>
        </p:nvSpPr>
        <p:spPr>
          <a:xfrm>
            <a:off x="4316920" y="628300"/>
            <a:ext cx="1203649" cy="120364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1602D6BD-618B-4635-A9E6-972C84769596}"/>
              </a:ext>
            </a:extLst>
          </p:cNvPr>
          <p:cNvSpPr txBox="1"/>
          <p:nvPr/>
        </p:nvSpPr>
        <p:spPr>
          <a:xfrm>
            <a:off x="4696435" y="1388988"/>
            <a:ext cx="44461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b="1" dirty="0"/>
              <a:t>성</a:t>
            </a:r>
            <a:endParaRPr lang="ko-KR" altLang="en-US" b="1" dirty="0"/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E6A3EFA8-F739-406D-A00F-B3AAED479D62}"/>
              </a:ext>
            </a:extLst>
          </p:cNvPr>
          <p:cNvGrpSpPr/>
          <p:nvPr/>
        </p:nvGrpSpPr>
        <p:grpSpPr>
          <a:xfrm>
            <a:off x="4850596" y="1791773"/>
            <a:ext cx="1869290" cy="1275127"/>
            <a:chOff x="5094469" y="4004710"/>
            <a:chExt cx="1869290" cy="1275127"/>
          </a:xfrm>
        </p:grpSpPr>
        <p:grpSp>
          <p:nvGrpSpPr>
            <p:cNvPr id="46" name="그룹 45">
              <a:extLst>
                <a:ext uri="{FF2B5EF4-FFF2-40B4-BE49-F238E27FC236}">
                  <a16:creationId xmlns:a16="http://schemas.microsoft.com/office/drawing/2014/main" id="{A843B81C-57F6-4A7C-AE2F-927A9DAD636B}"/>
                </a:ext>
              </a:extLst>
            </p:cNvPr>
            <p:cNvGrpSpPr/>
            <p:nvPr/>
          </p:nvGrpSpPr>
          <p:grpSpPr>
            <a:xfrm rot="5400000">
              <a:off x="5078054" y="4021125"/>
              <a:ext cx="1275127" cy="1242298"/>
              <a:chOff x="6604931" y="3799656"/>
              <a:chExt cx="1275127" cy="1242298"/>
            </a:xfrm>
          </p:grpSpPr>
          <p:sp>
            <p:nvSpPr>
              <p:cNvPr id="62" name="타원 61">
                <a:extLst>
                  <a:ext uri="{FF2B5EF4-FFF2-40B4-BE49-F238E27FC236}">
                    <a16:creationId xmlns:a16="http://schemas.microsoft.com/office/drawing/2014/main" id="{4DB569B6-B176-4CE7-A418-4B0B610D6D45}"/>
                  </a:ext>
                </a:extLst>
              </p:cNvPr>
              <p:cNvSpPr/>
              <p:nvPr/>
            </p:nvSpPr>
            <p:spPr>
              <a:xfrm>
                <a:off x="6672351" y="3799656"/>
                <a:ext cx="1140288" cy="1125580"/>
              </a:xfrm>
              <a:prstGeom prst="ellipse">
                <a:avLst/>
              </a:prstGeom>
              <a:noFill/>
              <a:ln w="762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3" name="직사각형 62">
                <a:extLst>
                  <a:ext uri="{FF2B5EF4-FFF2-40B4-BE49-F238E27FC236}">
                    <a16:creationId xmlns:a16="http://schemas.microsoft.com/office/drawing/2014/main" id="{B75273C5-E0F6-489C-BD67-90DB3152AD94}"/>
                  </a:ext>
                </a:extLst>
              </p:cNvPr>
              <p:cNvSpPr/>
              <p:nvPr/>
            </p:nvSpPr>
            <p:spPr>
              <a:xfrm>
                <a:off x="6604931" y="4362446"/>
                <a:ext cx="1275127" cy="67950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64" name="직사각형 63">
              <a:extLst>
                <a:ext uri="{FF2B5EF4-FFF2-40B4-BE49-F238E27FC236}">
                  <a16:creationId xmlns:a16="http://schemas.microsoft.com/office/drawing/2014/main" id="{6B28FAA9-3316-4778-A4FD-9E8658A12950}"/>
                </a:ext>
              </a:extLst>
            </p:cNvPr>
            <p:cNvSpPr/>
            <p:nvPr/>
          </p:nvSpPr>
          <p:spPr>
            <a:xfrm>
              <a:off x="5760110" y="4040450"/>
              <a:ext cx="1203649" cy="1203649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A5DDFB48-DA06-4994-851D-439F768BEE64}"/>
                </a:ext>
              </a:extLst>
            </p:cNvPr>
            <p:cNvSpPr txBox="1"/>
            <p:nvPr/>
          </p:nvSpPr>
          <p:spPr>
            <a:xfrm>
              <a:off x="5757692" y="4442219"/>
              <a:ext cx="44461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2000" b="1" dirty="0"/>
                <a:t>성</a:t>
              </a:r>
              <a:endParaRPr lang="ko-KR" altLang="en-US" b="1" dirty="0"/>
            </a:p>
          </p:txBody>
        </p:sp>
      </p:grpSp>
      <p:sp>
        <p:nvSpPr>
          <p:cNvPr id="90" name="TextBox 89">
            <a:extLst>
              <a:ext uri="{FF2B5EF4-FFF2-40B4-BE49-F238E27FC236}">
                <a16:creationId xmlns:a16="http://schemas.microsoft.com/office/drawing/2014/main" id="{8A188F43-2244-4F7E-B8AB-D74B41FD799C}"/>
              </a:ext>
            </a:extLst>
          </p:cNvPr>
          <p:cNvSpPr txBox="1"/>
          <p:nvPr/>
        </p:nvSpPr>
        <p:spPr>
          <a:xfrm>
            <a:off x="4696435" y="2186968"/>
            <a:ext cx="44461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b="1" dirty="0"/>
              <a:t>성</a:t>
            </a:r>
            <a:endParaRPr lang="ko-KR" altLang="en-US" b="1" dirty="0"/>
          </a:p>
        </p:txBody>
      </p:sp>
      <p:sp>
        <p:nvSpPr>
          <p:cNvPr id="89" name="직사각형 88">
            <a:extLst>
              <a:ext uri="{FF2B5EF4-FFF2-40B4-BE49-F238E27FC236}">
                <a16:creationId xmlns:a16="http://schemas.microsoft.com/office/drawing/2014/main" id="{F092BA6A-2B8B-4674-9514-B2BE97173355}"/>
              </a:ext>
            </a:extLst>
          </p:cNvPr>
          <p:cNvSpPr/>
          <p:nvPr/>
        </p:nvSpPr>
        <p:spPr>
          <a:xfrm>
            <a:off x="4316918" y="1826917"/>
            <a:ext cx="1203649" cy="120364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EBE9736D-DC8F-4C6B-83B6-31793AB358F0}"/>
              </a:ext>
            </a:extLst>
          </p:cNvPr>
          <p:cNvGrpSpPr/>
          <p:nvPr/>
        </p:nvGrpSpPr>
        <p:grpSpPr>
          <a:xfrm>
            <a:off x="2857251" y="1789098"/>
            <a:ext cx="1516058" cy="1567981"/>
            <a:chOff x="2074778" y="3843333"/>
            <a:chExt cx="1516058" cy="1567981"/>
          </a:xfrm>
        </p:grpSpPr>
        <p:grpSp>
          <p:nvGrpSpPr>
            <p:cNvPr id="92" name="그룹 91">
              <a:extLst>
                <a:ext uri="{FF2B5EF4-FFF2-40B4-BE49-F238E27FC236}">
                  <a16:creationId xmlns:a16="http://schemas.microsoft.com/office/drawing/2014/main" id="{0AFDFC7D-B5D0-4BEE-AED2-74AD85CFD85E}"/>
                </a:ext>
              </a:extLst>
            </p:cNvPr>
            <p:cNvGrpSpPr/>
            <p:nvPr/>
          </p:nvGrpSpPr>
          <p:grpSpPr>
            <a:xfrm>
              <a:off x="2315709" y="4826577"/>
              <a:ext cx="1275127" cy="584737"/>
              <a:chOff x="6604931" y="3799656"/>
              <a:chExt cx="1275127" cy="1242298"/>
            </a:xfrm>
          </p:grpSpPr>
          <p:sp>
            <p:nvSpPr>
              <p:cNvPr id="93" name="타원 92">
                <a:extLst>
                  <a:ext uri="{FF2B5EF4-FFF2-40B4-BE49-F238E27FC236}">
                    <a16:creationId xmlns:a16="http://schemas.microsoft.com/office/drawing/2014/main" id="{D5139929-56ED-465F-983C-DCC8C046BE3D}"/>
                  </a:ext>
                </a:extLst>
              </p:cNvPr>
              <p:cNvSpPr/>
              <p:nvPr/>
            </p:nvSpPr>
            <p:spPr>
              <a:xfrm>
                <a:off x="6672351" y="3799656"/>
                <a:ext cx="1140288" cy="1125580"/>
              </a:xfrm>
              <a:prstGeom prst="ellipse">
                <a:avLst/>
              </a:prstGeom>
              <a:noFill/>
              <a:ln w="762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94" name="직사각형 93">
                <a:extLst>
                  <a:ext uri="{FF2B5EF4-FFF2-40B4-BE49-F238E27FC236}">
                    <a16:creationId xmlns:a16="http://schemas.microsoft.com/office/drawing/2014/main" id="{A9CEF431-28DE-4C34-BE48-07D44702E97F}"/>
                  </a:ext>
                </a:extLst>
              </p:cNvPr>
              <p:cNvSpPr/>
              <p:nvPr/>
            </p:nvSpPr>
            <p:spPr>
              <a:xfrm>
                <a:off x="6604931" y="4362446"/>
                <a:ext cx="1275127" cy="67950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95" name="직사각형 94">
              <a:extLst>
                <a:ext uri="{FF2B5EF4-FFF2-40B4-BE49-F238E27FC236}">
                  <a16:creationId xmlns:a16="http://schemas.microsoft.com/office/drawing/2014/main" id="{5748460A-9A9A-4625-B288-19369878BC20}"/>
                </a:ext>
              </a:extLst>
            </p:cNvPr>
            <p:cNvSpPr/>
            <p:nvPr/>
          </p:nvSpPr>
          <p:spPr>
            <a:xfrm>
              <a:off x="2337067" y="3881587"/>
              <a:ext cx="1203649" cy="1203649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6" name="TextBox 95">
              <a:extLst>
                <a:ext uri="{FF2B5EF4-FFF2-40B4-BE49-F238E27FC236}">
                  <a16:creationId xmlns:a16="http://schemas.microsoft.com/office/drawing/2014/main" id="{22319F4C-F80C-4336-8B60-49FA53ADDAC7}"/>
                </a:ext>
              </a:extLst>
            </p:cNvPr>
            <p:cNvSpPr txBox="1"/>
            <p:nvPr/>
          </p:nvSpPr>
          <p:spPr>
            <a:xfrm>
              <a:off x="2730964" y="4235881"/>
              <a:ext cx="44461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2000" b="1" dirty="0"/>
                <a:t>성</a:t>
              </a:r>
              <a:endParaRPr lang="ko-KR" altLang="en-US" b="1" dirty="0"/>
            </a:p>
          </p:txBody>
        </p:sp>
        <p:grpSp>
          <p:nvGrpSpPr>
            <p:cNvPr id="97" name="그룹 96">
              <a:extLst>
                <a:ext uri="{FF2B5EF4-FFF2-40B4-BE49-F238E27FC236}">
                  <a16:creationId xmlns:a16="http://schemas.microsoft.com/office/drawing/2014/main" id="{C0E01F9E-9E09-46C0-81D9-EE319150BB7F}"/>
                </a:ext>
              </a:extLst>
            </p:cNvPr>
            <p:cNvGrpSpPr/>
            <p:nvPr/>
          </p:nvGrpSpPr>
          <p:grpSpPr>
            <a:xfrm rot="5400000">
              <a:off x="1681633" y="4236478"/>
              <a:ext cx="1275127" cy="488837"/>
              <a:chOff x="6604931" y="3799656"/>
              <a:chExt cx="1275127" cy="1242298"/>
            </a:xfrm>
          </p:grpSpPr>
          <p:sp>
            <p:nvSpPr>
              <p:cNvPr id="98" name="타원 97">
                <a:extLst>
                  <a:ext uri="{FF2B5EF4-FFF2-40B4-BE49-F238E27FC236}">
                    <a16:creationId xmlns:a16="http://schemas.microsoft.com/office/drawing/2014/main" id="{D6010706-BC76-488B-8464-15C17AC56C60}"/>
                  </a:ext>
                </a:extLst>
              </p:cNvPr>
              <p:cNvSpPr/>
              <p:nvPr/>
            </p:nvSpPr>
            <p:spPr>
              <a:xfrm>
                <a:off x="6672351" y="3799656"/>
                <a:ext cx="1140288" cy="1125580"/>
              </a:xfrm>
              <a:prstGeom prst="ellipse">
                <a:avLst/>
              </a:prstGeom>
              <a:noFill/>
              <a:ln w="762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99" name="직사각형 98">
                <a:extLst>
                  <a:ext uri="{FF2B5EF4-FFF2-40B4-BE49-F238E27FC236}">
                    <a16:creationId xmlns:a16="http://schemas.microsoft.com/office/drawing/2014/main" id="{0DBF05AD-04FF-4D40-9ADE-FEB1A71D934D}"/>
                  </a:ext>
                </a:extLst>
              </p:cNvPr>
              <p:cNvSpPr/>
              <p:nvPr/>
            </p:nvSpPr>
            <p:spPr>
              <a:xfrm>
                <a:off x="6604931" y="4362446"/>
                <a:ext cx="1275127" cy="67950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</p:grp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6172605E-9F5A-4C4A-B3BD-E4B52D698430}"/>
              </a:ext>
            </a:extLst>
          </p:cNvPr>
          <p:cNvSpPr/>
          <p:nvPr/>
        </p:nvSpPr>
        <p:spPr>
          <a:xfrm>
            <a:off x="4316919" y="3024852"/>
            <a:ext cx="1203649" cy="120364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00" name="그림 99">
            <a:extLst>
              <a:ext uri="{FF2B5EF4-FFF2-40B4-BE49-F238E27FC236}">
                <a16:creationId xmlns:a16="http://schemas.microsoft.com/office/drawing/2014/main" id="{ABF02883-DDAE-426C-BB2B-F970A756B75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66319" y="2153148"/>
            <a:ext cx="161717" cy="313631"/>
          </a:xfrm>
          <a:prstGeom prst="rect">
            <a:avLst/>
          </a:prstGeom>
        </p:spPr>
      </p:pic>
      <p:pic>
        <p:nvPicPr>
          <p:cNvPr id="101" name="그림 100">
            <a:extLst>
              <a:ext uri="{FF2B5EF4-FFF2-40B4-BE49-F238E27FC236}">
                <a16:creationId xmlns:a16="http://schemas.microsoft.com/office/drawing/2014/main" id="{CA0C60F1-2A38-4B83-92DD-C01E3929DEC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03035" y="2177166"/>
            <a:ext cx="161717" cy="323433"/>
          </a:xfrm>
          <a:prstGeom prst="rect">
            <a:avLst/>
          </a:prstGeom>
        </p:spPr>
      </p:pic>
      <p:grpSp>
        <p:nvGrpSpPr>
          <p:cNvPr id="148" name="그룹 147">
            <a:extLst>
              <a:ext uri="{FF2B5EF4-FFF2-40B4-BE49-F238E27FC236}">
                <a16:creationId xmlns:a16="http://schemas.microsoft.com/office/drawing/2014/main" id="{1EC3789A-26D2-4E22-B8BE-5EA707BDD414}"/>
              </a:ext>
            </a:extLst>
          </p:cNvPr>
          <p:cNvGrpSpPr/>
          <p:nvPr/>
        </p:nvGrpSpPr>
        <p:grpSpPr>
          <a:xfrm>
            <a:off x="610849" y="1808465"/>
            <a:ext cx="2163116" cy="1300294"/>
            <a:chOff x="486561" y="1837822"/>
            <a:chExt cx="2163116" cy="1300294"/>
          </a:xfrm>
        </p:grpSpPr>
        <p:grpSp>
          <p:nvGrpSpPr>
            <p:cNvPr id="34" name="그룹 33">
              <a:extLst>
                <a:ext uri="{FF2B5EF4-FFF2-40B4-BE49-F238E27FC236}">
                  <a16:creationId xmlns:a16="http://schemas.microsoft.com/office/drawing/2014/main" id="{CB04F79F-E97A-4C5E-AE26-2EE269987903}"/>
                </a:ext>
              </a:extLst>
            </p:cNvPr>
            <p:cNvGrpSpPr/>
            <p:nvPr/>
          </p:nvGrpSpPr>
          <p:grpSpPr>
            <a:xfrm>
              <a:off x="1148048" y="1837822"/>
              <a:ext cx="1501629" cy="1300294"/>
              <a:chOff x="1064313" y="1837822"/>
              <a:chExt cx="1501629" cy="1300294"/>
            </a:xfrm>
          </p:grpSpPr>
          <p:sp>
            <p:nvSpPr>
              <p:cNvPr id="30" name="타원 29">
                <a:extLst>
                  <a:ext uri="{FF2B5EF4-FFF2-40B4-BE49-F238E27FC236}">
                    <a16:creationId xmlns:a16="http://schemas.microsoft.com/office/drawing/2014/main" id="{C9386C13-1E9D-47D8-A1BD-E1918D60922E}"/>
                  </a:ext>
                </a:extLst>
              </p:cNvPr>
              <p:cNvSpPr/>
              <p:nvPr/>
            </p:nvSpPr>
            <p:spPr>
              <a:xfrm>
                <a:off x="1064313" y="1837822"/>
                <a:ext cx="1501629" cy="1300294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484C0F81-59C7-45D6-84C9-C976A9EC9B53}"/>
                  </a:ext>
                </a:extLst>
              </p:cNvPr>
              <p:cNvSpPr txBox="1"/>
              <p:nvPr/>
            </p:nvSpPr>
            <p:spPr>
              <a:xfrm>
                <a:off x="1353887" y="2116659"/>
                <a:ext cx="894534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ko-KR" altLang="en-US" sz="2000" b="1" dirty="0"/>
                  <a:t>적 </a:t>
                </a:r>
                <a:endParaRPr lang="en-US" altLang="ko-KR" sz="2000" b="1" dirty="0"/>
              </a:p>
              <a:p>
                <a:pPr algn="ctr"/>
                <a:r>
                  <a:rPr lang="en-US" altLang="ko-KR" sz="2000" b="1" dirty="0"/>
                  <a:t>20</a:t>
                </a:r>
                <a:endParaRPr lang="ko-KR" altLang="en-US" sz="2000" b="1" dirty="0"/>
              </a:p>
            </p:txBody>
          </p:sp>
        </p:grpSp>
        <p:cxnSp>
          <p:nvCxnSpPr>
            <p:cNvPr id="36" name="직선 연결선 35">
              <a:extLst>
                <a:ext uri="{FF2B5EF4-FFF2-40B4-BE49-F238E27FC236}">
                  <a16:creationId xmlns:a16="http://schemas.microsoft.com/office/drawing/2014/main" id="{6C230926-EDE8-4655-8844-E3B418B3CD49}"/>
                </a:ext>
              </a:extLst>
            </p:cNvPr>
            <p:cNvCxnSpPr/>
            <p:nvPr/>
          </p:nvCxnSpPr>
          <p:spPr>
            <a:xfrm>
              <a:off x="486561" y="2186968"/>
              <a:ext cx="469784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직선 연결선 101">
              <a:extLst>
                <a:ext uri="{FF2B5EF4-FFF2-40B4-BE49-F238E27FC236}">
                  <a16:creationId xmlns:a16="http://schemas.microsoft.com/office/drawing/2014/main" id="{2DF0C630-B783-4DB2-8CFE-05D2E22E4059}"/>
                </a:ext>
              </a:extLst>
            </p:cNvPr>
            <p:cNvCxnSpPr/>
            <p:nvPr/>
          </p:nvCxnSpPr>
          <p:spPr>
            <a:xfrm>
              <a:off x="486561" y="2517330"/>
              <a:ext cx="469784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직선 연결선 102">
              <a:extLst>
                <a:ext uri="{FF2B5EF4-FFF2-40B4-BE49-F238E27FC236}">
                  <a16:creationId xmlns:a16="http://schemas.microsoft.com/office/drawing/2014/main" id="{2890D27A-2F59-4DF6-86EB-415EB42FFC30}"/>
                </a:ext>
              </a:extLst>
            </p:cNvPr>
            <p:cNvCxnSpPr/>
            <p:nvPr/>
          </p:nvCxnSpPr>
          <p:spPr>
            <a:xfrm>
              <a:off x="486561" y="2896233"/>
              <a:ext cx="469784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2" name="직선 연결선 41">
            <a:extLst>
              <a:ext uri="{FF2B5EF4-FFF2-40B4-BE49-F238E27FC236}">
                <a16:creationId xmlns:a16="http://schemas.microsoft.com/office/drawing/2014/main" id="{F9AF015D-B991-4198-931E-C94936930BDE}"/>
              </a:ext>
            </a:extLst>
          </p:cNvPr>
          <p:cNvCxnSpPr>
            <a:cxnSpLocks/>
          </p:cNvCxnSpPr>
          <p:nvPr/>
        </p:nvCxnSpPr>
        <p:spPr>
          <a:xfrm flipH="1">
            <a:off x="3178892" y="1257845"/>
            <a:ext cx="472886" cy="56279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직선 연결선 103">
            <a:extLst>
              <a:ext uri="{FF2B5EF4-FFF2-40B4-BE49-F238E27FC236}">
                <a16:creationId xmlns:a16="http://schemas.microsoft.com/office/drawing/2014/main" id="{245BF100-F80A-4869-B34E-87C3D5E01E2E}"/>
              </a:ext>
            </a:extLst>
          </p:cNvPr>
          <p:cNvCxnSpPr>
            <a:cxnSpLocks/>
          </p:cNvCxnSpPr>
          <p:nvPr/>
        </p:nvCxnSpPr>
        <p:spPr>
          <a:xfrm flipH="1">
            <a:off x="3304713" y="1391359"/>
            <a:ext cx="696050" cy="80335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직선 연결선 104">
            <a:extLst>
              <a:ext uri="{FF2B5EF4-FFF2-40B4-BE49-F238E27FC236}">
                <a16:creationId xmlns:a16="http://schemas.microsoft.com/office/drawing/2014/main" id="{1CD62F54-79F2-4DF1-B905-F314D2F922AE}"/>
              </a:ext>
            </a:extLst>
          </p:cNvPr>
          <p:cNvCxnSpPr>
            <a:cxnSpLocks/>
          </p:cNvCxnSpPr>
          <p:nvPr/>
        </p:nvCxnSpPr>
        <p:spPr>
          <a:xfrm flipH="1">
            <a:off x="3340855" y="1620979"/>
            <a:ext cx="916789" cy="989593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직선 연결선 105">
            <a:extLst>
              <a:ext uri="{FF2B5EF4-FFF2-40B4-BE49-F238E27FC236}">
                <a16:creationId xmlns:a16="http://schemas.microsoft.com/office/drawing/2014/main" id="{2250FECB-030B-498D-A389-15C19818C1BB}"/>
              </a:ext>
            </a:extLst>
          </p:cNvPr>
          <p:cNvCxnSpPr>
            <a:cxnSpLocks/>
          </p:cNvCxnSpPr>
          <p:nvPr/>
        </p:nvCxnSpPr>
        <p:spPr>
          <a:xfrm flipH="1">
            <a:off x="3734978" y="1316854"/>
            <a:ext cx="1254689" cy="1410395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직선 연결선 106">
            <a:extLst>
              <a:ext uri="{FF2B5EF4-FFF2-40B4-BE49-F238E27FC236}">
                <a16:creationId xmlns:a16="http://schemas.microsoft.com/office/drawing/2014/main" id="{815F5C4C-73B0-4A66-AD1B-5393F86B5852}"/>
              </a:ext>
            </a:extLst>
          </p:cNvPr>
          <p:cNvCxnSpPr>
            <a:cxnSpLocks/>
            <a:stCxn id="58" idx="7"/>
          </p:cNvCxnSpPr>
          <p:nvPr/>
        </p:nvCxnSpPr>
        <p:spPr>
          <a:xfrm flipH="1">
            <a:off x="4102377" y="1439869"/>
            <a:ext cx="1219520" cy="1345726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직선 연결선 108">
            <a:extLst>
              <a:ext uri="{FF2B5EF4-FFF2-40B4-BE49-F238E27FC236}">
                <a16:creationId xmlns:a16="http://schemas.microsoft.com/office/drawing/2014/main" id="{0152A582-7C96-44AE-A8DD-5524C1CDA9B9}"/>
              </a:ext>
            </a:extLst>
          </p:cNvPr>
          <p:cNvCxnSpPr>
            <a:cxnSpLocks/>
            <a:stCxn id="58" idx="6"/>
          </p:cNvCxnSpPr>
          <p:nvPr/>
        </p:nvCxnSpPr>
        <p:spPr>
          <a:xfrm flipH="1">
            <a:off x="4355204" y="1837822"/>
            <a:ext cx="1133684" cy="1260438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직선 연결선 110">
            <a:extLst>
              <a:ext uri="{FF2B5EF4-FFF2-40B4-BE49-F238E27FC236}">
                <a16:creationId xmlns:a16="http://schemas.microsoft.com/office/drawing/2014/main" id="{F5556C4E-2D12-4877-97DE-0BB69FF7AF75}"/>
              </a:ext>
            </a:extLst>
          </p:cNvPr>
          <p:cNvCxnSpPr>
            <a:cxnSpLocks/>
            <a:endCxn id="53" idx="7"/>
          </p:cNvCxnSpPr>
          <p:nvPr/>
        </p:nvCxnSpPr>
        <p:spPr>
          <a:xfrm flipH="1">
            <a:off x="4515588" y="1924439"/>
            <a:ext cx="1286322" cy="1506906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직선 연결선 112">
            <a:extLst>
              <a:ext uri="{FF2B5EF4-FFF2-40B4-BE49-F238E27FC236}">
                <a16:creationId xmlns:a16="http://schemas.microsoft.com/office/drawing/2014/main" id="{D370A799-3FD7-4BA2-A47B-745874B51982}"/>
              </a:ext>
            </a:extLst>
          </p:cNvPr>
          <p:cNvCxnSpPr>
            <a:cxnSpLocks/>
          </p:cNvCxnSpPr>
          <p:nvPr/>
        </p:nvCxnSpPr>
        <p:spPr>
          <a:xfrm flipH="1">
            <a:off x="4834536" y="2172023"/>
            <a:ext cx="1210240" cy="1405148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직선 연결선 116">
            <a:extLst>
              <a:ext uri="{FF2B5EF4-FFF2-40B4-BE49-F238E27FC236}">
                <a16:creationId xmlns:a16="http://schemas.microsoft.com/office/drawing/2014/main" id="{CBE40F0F-D8CD-40A6-B750-DBDC4A19DCB7}"/>
              </a:ext>
            </a:extLst>
          </p:cNvPr>
          <p:cNvCxnSpPr>
            <a:cxnSpLocks/>
          </p:cNvCxnSpPr>
          <p:nvPr/>
        </p:nvCxnSpPr>
        <p:spPr>
          <a:xfrm flipH="1">
            <a:off x="3239477" y="1281599"/>
            <a:ext cx="625334" cy="70682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직선 연결선 118">
            <a:extLst>
              <a:ext uri="{FF2B5EF4-FFF2-40B4-BE49-F238E27FC236}">
                <a16:creationId xmlns:a16="http://schemas.microsoft.com/office/drawing/2014/main" id="{7C817EA3-23CB-44B3-B74A-6A44C6FA9EA9}"/>
              </a:ext>
            </a:extLst>
          </p:cNvPr>
          <p:cNvCxnSpPr>
            <a:cxnSpLocks/>
          </p:cNvCxnSpPr>
          <p:nvPr/>
        </p:nvCxnSpPr>
        <p:spPr>
          <a:xfrm flipH="1">
            <a:off x="3340855" y="1456890"/>
            <a:ext cx="811152" cy="936859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직선 연결선 120">
            <a:extLst>
              <a:ext uri="{FF2B5EF4-FFF2-40B4-BE49-F238E27FC236}">
                <a16:creationId xmlns:a16="http://schemas.microsoft.com/office/drawing/2014/main" id="{44E776E9-4C89-4A8D-BA25-D8C3A4100335}"/>
              </a:ext>
            </a:extLst>
          </p:cNvPr>
          <p:cNvCxnSpPr>
            <a:cxnSpLocks/>
          </p:cNvCxnSpPr>
          <p:nvPr/>
        </p:nvCxnSpPr>
        <p:spPr>
          <a:xfrm flipH="1">
            <a:off x="3491791" y="1301627"/>
            <a:ext cx="1258768" cy="1488226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직선 연결선 122">
            <a:extLst>
              <a:ext uri="{FF2B5EF4-FFF2-40B4-BE49-F238E27FC236}">
                <a16:creationId xmlns:a16="http://schemas.microsoft.com/office/drawing/2014/main" id="{C61C7340-8E95-43C2-89D0-487EB661952E}"/>
              </a:ext>
            </a:extLst>
          </p:cNvPr>
          <p:cNvCxnSpPr>
            <a:cxnSpLocks/>
          </p:cNvCxnSpPr>
          <p:nvPr/>
        </p:nvCxnSpPr>
        <p:spPr>
          <a:xfrm flipH="1">
            <a:off x="3920246" y="1341157"/>
            <a:ext cx="1231634" cy="1413703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직선 연결선 124">
            <a:extLst>
              <a:ext uri="{FF2B5EF4-FFF2-40B4-BE49-F238E27FC236}">
                <a16:creationId xmlns:a16="http://schemas.microsoft.com/office/drawing/2014/main" id="{C2BD2D1C-8B41-4A23-B999-34E9B65CD8FD}"/>
              </a:ext>
            </a:extLst>
          </p:cNvPr>
          <p:cNvCxnSpPr>
            <a:cxnSpLocks/>
          </p:cNvCxnSpPr>
          <p:nvPr/>
        </p:nvCxnSpPr>
        <p:spPr>
          <a:xfrm flipH="1">
            <a:off x="4288840" y="1599959"/>
            <a:ext cx="1153938" cy="1283018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직선 연결선 126">
            <a:extLst>
              <a:ext uri="{FF2B5EF4-FFF2-40B4-BE49-F238E27FC236}">
                <a16:creationId xmlns:a16="http://schemas.microsoft.com/office/drawing/2014/main" id="{7C56A929-9AD6-4C29-9B15-24A927FB58A6}"/>
              </a:ext>
            </a:extLst>
          </p:cNvPr>
          <p:cNvCxnSpPr>
            <a:cxnSpLocks/>
          </p:cNvCxnSpPr>
          <p:nvPr/>
        </p:nvCxnSpPr>
        <p:spPr>
          <a:xfrm flipH="1">
            <a:off x="4440730" y="1915262"/>
            <a:ext cx="1202040" cy="1342844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직선 연결선 128">
            <a:extLst>
              <a:ext uri="{FF2B5EF4-FFF2-40B4-BE49-F238E27FC236}">
                <a16:creationId xmlns:a16="http://schemas.microsoft.com/office/drawing/2014/main" id="{3F86408A-71F2-439F-A9BD-2322C14AC114}"/>
              </a:ext>
            </a:extLst>
          </p:cNvPr>
          <p:cNvCxnSpPr>
            <a:cxnSpLocks/>
            <a:stCxn id="62" idx="1"/>
          </p:cNvCxnSpPr>
          <p:nvPr/>
        </p:nvCxnSpPr>
        <p:spPr>
          <a:xfrm flipH="1">
            <a:off x="4634279" y="2026185"/>
            <a:ext cx="1293778" cy="1499852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직선 연결선 140">
            <a:extLst>
              <a:ext uri="{FF2B5EF4-FFF2-40B4-BE49-F238E27FC236}">
                <a16:creationId xmlns:a16="http://schemas.microsoft.com/office/drawing/2014/main" id="{EFC87BB6-BB71-4EC4-A8FF-D164CFFB349E}"/>
              </a:ext>
            </a:extLst>
          </p:cNvPr>
          <p:cNvCxnSpPr>
            <a:cxnSpLocks/>
          </p:cNvCxnSpPr>
          <p:nvPr/>
        </p:nvCxnSpPr>
        <p:spPr>
          <a:xfrm flipH="1">
            <a:off x="4954150" y="2404171"/>
            <a:ext cx="1138744" cy="1181874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1" name="그룹 150">
            <a:extLst>
              <a:ext uri="{FF2B5EF4-FFF2-40B4-BE49-F238E27FC236}">
                <a16:creationId xmlns:a16="http://schemas.microsoft.com/office/drawing/2014/main" id="{379779F8-5EED-43C2-BA80-7877D9D90EF6}"/>
              </a:ext>
            </a:extLst>
          </p:cNvPr>
          <p:cNvGrpSpPr/>
          <p:nvPr/>
        </p:nvGrpSpPr>
        <p:grpSpPr>
          <a:xfrm>
            <a:off x="7135260" y="1471330"/>
            <a:ext cx="1798422" cy="1798422"/>
            <a:chOff x="7135260" y="1471330"/>
            <a:chExt cx="1798422" cy="1798422"/>
          </a:xfrm>
        </p:grpSpPr>
        <p:sp>
          <p:nvSpPr>
            <p:cNvPr id="149" name="직사각형 148">
              <a:extLst>
                <a:ext uri="{FF2B5EF4-FFF2-40B4-BE49-F238E27FC236}">
                  <a16:creationId xmlns:a16="http://schemas.microsoft.com/office/drawing/2014/main" id="{4A05DD50-0E33-4B98-A152-206613A60F60}"/>
                </a:ext>
              </a:extLst>
            </p:cNvPr>
            <p:cNvSpPr/>
            <p:nvPr/>
          </p:nvSpPr>
          <p:spPr>
            <a:xfrm>
              <a:off x="7135260" y="1471330"/>
              <a:ext cx="1798422" cy="1798422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n w="381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150" name="TextBox 149">
              <a:extLst>
                <a:ext uri="{FF2B5EF4-FFF2-40B4-BE49-F238E27FC236}">
                  <a16:creationId xmlns:a16="http://schemas.microsoft.com/office/drawing/2014/main" id="{EAAEF4DF-B654-411E-BEC4-12B3B4A35714}"/>
                </a:ext>
              </a:extLst>
            </p:cNvPr>
            <p:cNvSpPr txBox="1"/>
            <p:nvPr/>
          </p:nvSpPr>
          <p:spPr>
            <a:xfrm>
              <a:off x="7267370" y="1950814"/>
              <a:ext cx="1534201" cy="8617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2000" b="1" dirty="0"/>
                <a:t>방어점수</a:t>
              </a:r>
              <a:endParaRPr lang="en-US" altLang="ko-KR" sz="2000" b="1" dirty="0"/>
            </a:p>
            <a:p>
              <a:pPr algn="ctr"/>
              <a:endParaRPr lang="en-US" altLang="ko-KR" sz="1000" b="1" dirty="0"/>
            </a:p>
            <a:p>
              <a:pPr algn="ctr"/>
              <a:r>
                <a:rPr lang="en-US" altLang="ko-KR" sz="2000" b="1" dirty="0"/>
                <a:t>30</a:t>
              </a:r>
              <a:endParaRPr lang="ko-KR" altLang="en-US" sz="2000" b="1" dirty="0"/>
            </a:p>
          </p:txBody>
        </p:sp>
      </p:grpSp>
      <p:sp>
        <p:nvSpPr>
          <p:cNvPr id="152" name="TextBox 151">
            <a:extLst>
              <a:ext uri="{FF2B5EF4-FFF2-40B4-BE49-F238E27FC236}">
                <a16:creationId xmlns:a16="http://schemas.microsoft.com/office/drawing/2014/main" id="{8D2F066B-2C95-4665-8AB2-9301CFBBE8DE}"/>
              </a:ext>
            </a:extLst>
          </p:cNvPr>
          <p:cNvSpPr txBox="1"/>
          <p:nvPr/>
        </p:nvSpPr>
        <p:spPr>
          <a:xfrm>
            <a:off x="3259038" y="4616410"/>
            <a:ext cx="3416552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5000" b="1" dirty="0"/>
              <a:t>방어하라 </a:t>
            </a:r>
            <a:r>
              <a:rPr lang="en-US" altLang="ko-KR" sz="5000" b="1" dirty="0"/>
              <a:t>!</a:t>
            </a:r>
            <a:endParaRPr lang="ko-KR" altLang="en-US" sz="5000" b="1" dirty="0"/>
          </a:p>
        </p:txBody>
      </p:sp>
    </p:spTree>
    <p:extLst>
      <p:ext uri="{BB962C8B-B14F-4D97-AF65-F5344CB8AC3E}">
        <p14:creationId xmlns:p14="http://schemas.microsoft.com/office/powerpoint/2010/main" val="28696665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EDE7842D-F9B1-4860-B147-57D30D1E54C5}"/>
              </a:ext>
            </a:extLst>
          </p:cNvPr>
          <p:cNvSpPr/>
          <p:nvPr/>
        </p:nvSpPr>
        <p:spPr>
          <a:xfrm>
            <a:off x="4516721" y="3413849"/>
            <a:ext cx="1203649" cy="120364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2158114-0C83-443A-A62F-D98D7E588A7B}"/>
              </a:ext>
            </a:extLst>
          </p:cNvPr>
          <p:cNvSpPr txBox="1"/>
          <p:nvPr/>
        </p:nvSpPr>
        <p:spPr>
          <a:xfrm>
            <a:off x="6527420" y="752493"/>
            <a:ext cx="3691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b="1" dirty="0"/>
              <a:t>“</a:t>
            </a:r>
            <a:endParaRPr lang="ko-KR" altLang="en-US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BD3F8C8-F378-4F99-903F-9F5B42AC5354}"/>
              </a:ext>
            </a:extLst>
          </p:cNvPr>
          <p:cNvSpPr txBox="1"/>
          <p:nvPr/>
        </p:nvSpPr>
        <p:spPr>
          <a:xfrm>
            <a:off x="7828241" y="2044227"/>
            <a:ext cx="3691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b="1" dirty="0"/>
              <a:t>“</a:t>
            </a:r>
            <a:endParaRPr lang="ko-KR" altLang="en-US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43D332F-7E51-496B-92E3-B9692191BEF7}"/>
              </a:ext>
            </a:extLst>
          </p:cNvPr>
          <p:cNvSpPr txBox="1"/>
          <p:nvPr/>
        </p:nvSpPr>
        <p:spPr>
          <a:xfrm>
            <a:off x="6873380" y="1923875"/>
            <a:ext cx="3691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b="1" dirty="0"/>
              <a:t>“</a:t>
            </a:r>
            <a:endParaRPr lang="ko-KR" altLang="en-US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7291BB8-A5D9-44E5-9CB0-2AB88AABE041}"/>
              </a:ext>
            </a:extLst>
          </p:cNvPr>
          <p:cNvSpPr txBox="1"/>
          <p:nvPr/>
        </p:nvSpPr>
        <p:spPr>
          <a:xfrm>
            <a:off x="7828242" y="765077"/>
            <a:ext cx="3691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b="1" dirty="0"/>
              <a:t>“</a:t>
            </a:r>
            <a:endParaRPr lang="ko-KR" altLang="en-US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1998DA9-5981-4A6F-B75A-238DEC0A9105}"/>
              </a:ext>
            </a:extLst>
          </p:cNvPr>
          <p:cNvSpPr txBox="1"/>
          <p:nvPr/>
        </p:nvSpPr>
        <p:spPr>
          <a:xfrm>
            <a:off x="7025780" y="2076275"/>
            <a:ext cx="3691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b="1" dirty="0"/>
              <a:t>“</a:t>
            </a:r>
            <a:endParaRPr lang="ko-KR" altLang="en-US" b="1" dirty="0"/>
          </a:p>
        </p:txBody>
      </p: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49DD7010-45C5-4484-8E1B-AD683FA40931}"/>
              </a:ext>
            </a:extLst>
          </p:cNvPr>
          <p:cNvCxnSpPr/>
          <p:nvPr/>
        </p:nvCxnSpPr>
        <p:spPr>
          <a:xfrm>
            <a:off x="6993708" y="2967135"/>
            <a:ext cx="1203649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A6E106C1-825B-4387-BB40-93D4F1EF30CB}"/>
              </a:ext>
            </a:extLst>
          </p:cNvPr>
          <p:cNvGrpSpPr/>
          <p:nvPr/>
        </p:nvGrpSpPr>
        <p:grpSpPr>
          <a:xfrm>
            <a:off x="7006035" y="3799823"/>
            <a:ext cx="1275127" cy="1242298"/>
            <a:chOff x="6604931" y="3799656"/>
            <a:chExt cx="1275127" cy="1242298"/>
          </a:xfrm>
        </p:grpSpPr>
        <p:sp>
          <p:nvSpPr>
            <p:cNvPr id="14" name="타원 13">
              <a:extLst>
                <a:ext uri="{FF2B5EF4-FFF2-40B4-BE49-F238E27FC236}">
                  <a16:creationId xmlns:a16="http://schemas.microsoft.com/office/drawing/2014/main" id="{ACAF5654-249E-43E5-9DE1-756D0DB9C4BD}"/>
                </a:ext>
              </a:extLst>
            </p:cNvPr>
            <p:cNvSpPr/>
            <p:nvPr/>
          </p:nvSpPr>
          <p:spPr>
            <a:xfrm>
              <a:off x="6672351" y="3799656"/>
              <a:ext cx="1140288" cy="1125580"/>
            </a:xfrm>
            <a:prstGeom prst="ellipse">
              <a:avLst/>
            </a:prstGeom>
            <a:noFill/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702B87C9-396B-4F6F-B67D-A2200D955BC8}"/>
                </a:ext>
              </a:extLst>
            </p:cNvPr>
            <p:cNvSpPr/>
            <p:nvPr/>
          </p:nvSpPr>
          <p:spPr>
            <a:xfrm>
              <a:off x="6604931" y="4362446"/>
              <a:ext cx="1275127" cy="67950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ADE297FA-804C-4D25-A24B-9B76C50474EB}"/>
              </a:ext>
            </a:extLst>
          </p:cNvPr>
          <p:cNvSpPr txBox="1"/>
          <p:nvPr/>
        </p:nvSpPr>
        <p:spPr>
          <a:xfrm>
            <a:off x="8753914" y="2076275"/>
            <a:ext cx="3691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b="1" dirty="0"/>
              <a:t>“</a:t>
            </a:r>
            <a:endParaRPr lang="ko-KR" altLang="en-US" b="1" dirty="0"/>
          </a:p>
        </p:txBody>
      </p: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F50D5549-DCDD-4154-9DC9-BF0F159D3D16}"/>
              </a:ext>
            </a:extLst>
          </p:cNvPr>
          <p:cNvCxnSpPr/>
          <p:nvPr/>
        </p:nvCxnSpPr>
        <p:spPr>
          <a:xfrm>
            <a:off x="8662249" y="2910943"/>
            <a:ext cx="1203649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A76F0E02-C10D-485F-BD3E-8F1103E2D639}"/>
              </a:ext>
            </a:extLst>
          </p:cNvPr>
          <p:cNvGrpSpPr/>
          <p:nvPr/>
        </p:nvGrpSpPr>
        <p:grpSpPr>
          <a:xfrm>
            <a:off x="8886569" y="3952223"/>
            <a:ext cx="1275127" cy="1242298"/>
            <a:chOff x="6604931" y="3799656"/>
            <a:chExt cx="1275127" cy="1242298"/>
          </a:xfrm>
        </p:grpSpPr>
        <p:sp>
          <p:nvSpPr>
            <p:cNvPr id="19" name="타원 18">
              <a:extLst>
                <a:ext uri="{FF2B5EF4-FFF2-40B4-BE49-F238E27FC236}">
                  <a16:creationId xmlns:a16="http://schemas.microsoft.com/office/drawing/2014/main" id="{678513BA-DB36-4639-9562-F03B164E3BA2}"/>
                </a:ext>
              </a:extLst>
            </p:cNvPr>
            <p:cNvSpPr/>
            <p:nvPr/>
          </p:nvSpPr>
          <p:spPr>
            <a:xfrm>
              <a:off x="6672351" y="3799656"/>
              <a:ext cx="1140288" cy="1125580"/>
            </a:xfrm>
            <a:prstGeom prst="ellipse">
              <a:avLst/>
            </a:prstGeom>
            <a:noFill/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" name="직사각형 19">
              <a:extLst>
                <a:ext uri="{FF2B5EF4-FFF2-40B4-BE49-F238E27FC236}">
                  <a16:creationId xmlns:a16="http://schemas.microsoft.com/office/drawing/2014/main" id="{A9224962-D116-4AEC-9C24-65B2F1E6B371}"/>
                </a:ext>
              </a:extLst>
            </p:cNvPr>
            <p:cNvSpPr/>
            <p:nvPr/>
          </p:nvSpPr>
          <p:spPr>
            <a:xfrm>
              <a:off x="6604931" y="4362446"/>
              <a:ext cx="1275127" cy="67950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7F492C27-B1E8-4BDC-A66F-7E38FCDF3613}"/>
              </a:ext>
            </a:extLst>
          </p:cNvPr>
          <p:cNvCxnSpPr>
            <a:cxnSpLocks/>
          </p:cNvCxnSpPr>
          <p:nvPr/>
        </p:nvCxnSpPr>
        <p:spPr>
          <a:xfrm>
            <a:off x="8662249" y="879303"/>
            <a:ext cx="601824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C6EF1D18-E197-44C7-A933-629D7341C218}"/>
              </a:ext>
            </a:extLst>
          </p:cNvPr>
          <p:cNvCxnSpPr>
            <a:cxnSpLocks/>
          </p:cNvCxnSpPr>
          <p:nvPr/>
        </p:nvCxnSpPr>
        <p:spPr>
          <a:xfrm flipH="1">
            <a:off x="9263117" y="879303"/>
            <a:ext cx="956" cy="627029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B3A9185F-B33F-4395-8E89-97614B261941}"/>
              </a:ext>
            </a:extLst>
          </p:cNvPr>
          <p:cNvSpPr txBox="1"/>
          <p:nvPr/>
        </p:nvSpPr>
        <p:spPr>
          <a:xfrm>
            <a:off x="7187048" y="964531"/>
            <a:ext cx="3691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b="1" dirty="0"/>
              <a:t>“</a:t>
            </a:r>
            <a:endParaRPr lang="ko-KR" altLang="en-US" b="1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CB943B51-C037-4DC6-90E2-8DABD577B8F9}"/>
              </a:ext>
            </a:extLst>
          </p:cNvPr>
          <p:cNvSpPr/>
          <p:nvPr/>
        </p:nvSpPr>
        <p:spPr>
          <a:xfrm>
            <a:off x="1384840" y="1784459"/>
            <a:ext cx="1203649" cy="120364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6" name="직선 연결선 25">
            <a:extLst>
              <a:ext uri="{FF2B5EF4-FFF2-40B4-BE49-F238E27FC236}">
                <a16:creationId xmlns:a16="http://schemas.microsoft.com/office/drawing/2014/main" id="{0EB6E1B2-FB39-42DA-87AC-1939A524F2C3}"/>
              </a:ext>
            </a:extLst>
          </p:cNvPr>
          <p:cNvCxnSpPr/>
          <p:nvPr/>
        </p:nvCxnSpPr>
        <p:spPr>
          <a:xfrm>
            <a:off x="1384840" y="2357067"/>
            <a:ext cx="1203649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8889ACEB-2A4F-4A56-9E54-5339D61311AE}"/>
              </a:ext>
            </a:extLst>
          </p:cNvPr>
          <p:cNvGrpSpPr/>
          <p:nvPr/>
        </p:nvGrpSpPr>
        <p:grpSpPr>
          <a:xfrm>
            <a:off x="7319703" y="2840479"/>
            <a:ext cx="1275127" cy="1242298"/>
            <a:chOff x="6604931" y="3799656"/>
            <a:chExt cx="1275127" cy="1242298"/>
          </a:xfrm>
        </p:grpSpPr>
        <p:sp>
          <p:nvSpPr>
            <p:cNvPr id="28" name="타원 27">
              <a:extLst>
                <a:ext uri="{FF2B5EF4-FFF2-40B4-BE49-F238E27FC236}">
                  <a16:creationId xmlns:a16="http://schemas.microsoft.com/office/drawing/2014/main" id="{B1E39AA5-222D-4867-9072-AB74D58231AF}"/>
                </a:ext>
              </a:extLst>
            </p:cNvPr>
            <p:cNvSpPr/>
            <p:nvPr/>
          </p:nvSpPr>
          <p:spPr>
            <a:xfrm>
              <a:off x="6672351" y="3799656"/>
              <a:ext cx="1140288" cy="1125580"/>
            </a:xfrm>
            <a:prstGeom prst="ellipse">
              <a:avLst/>
            </a:prstGeom>
            <a:noFill/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9" name="직사각형 28">
              <a:extLst>
                <a:ext uri="{FF2B5EF4-FFF2-40B4-BE49-F238E27FC236}">
                  <a16:creationId xmlns:a16="http://schemas.microsoft.com/office/drawing/2014/main" id="{E6B0BE34-27FE-4469-B2F1-A319B5F54C02}"/>
                </a:ext>
              </a:extLst>
            </p:cNvPr>
            <p:cNvSpPr/>
            <p:nvPr/>
          </p:nvSpPr>
          <p:spPr>
            <a:xfrm>
              <a:off x="6604931" y="4362446"/>
              <a:ext cx="1275127" cy="67950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31" name="그림 30">
            <a:extLst>
              <a:ext uri="{FF2B5EF4-FFF2-40B4-BE49-F238E27FC236}">
                <a16:creationId xmlns:a16="http://schemas.microsoft.com/office/drawing/2014/main" id="{BD8DEF9F-7868-4B28-B163-0B48341E1C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4277" y="4834803"/>
            <a:ext cx="539178" cy="1045672"/>
          </a:xfrm>
          <a:prstGeom prst="rect">
            <a:avLst/>
          </a:prstGeom>
        </p:spPr>
      </p:pic>
      <p:pic>
        <p:nvPicPr>
          <p:cNvPr id="32" name="그림 31">
            <a:extLst>
              <a:ext uri="{FF2B5EF4-FFF2-40B4-BE49-F238E27FC236}">
                <a16:creationId xmlns:a16="http://schemas.microsoft.com/office/drawing/2014/main" id="{3A0118D9-CB4D-4EA2-8DF0-52E912E2D8C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66035" y="5566844"/>
            <a:ext cx="161717" cy="313631"/>
          </a:xfrm>
          <a:prstGeom prst="rect">
            <a:avLst/>
          </a:prstGeom>
        </p:spPr>
      </p:pic>
      <p:sp>
        <p:nvSpPr>
          <p:cNvPr id="38" name="직사각형 37">
            <a:extLst>
              <a:ext uri="{FF2B5EF4-FFF2-40B4-BE49-F238E27FC236}">
                <a16:creationId xmlns:a16="http://schemas.microsoft.com/office/drawing/2014/main" id="{1F4D8BA2-596F-4C0C-AFDF-FB7A48756953}"/>
              </a:ext>
            </a:extLst>
          </p:cNvPr>
          <p:cNvSpPr/>
          <p:nvPr/>
        </p:nvSpPr>
        <p:spPr>
          <a:xfrm>
            <a:off x="2588489" y="1784459"/>
            <a:ext cx="1203649" cy="120364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41" name="그룹 40">
            <a:extLst>
              <a:ext uri="{FF2B5EF4-FFF2-40B4-BE49-F238E27FC236}">
                <a16:creationId xmlns:a16="http://schemas.microsoft.com/office/drawing/2014/main" id="{5FC810AD-1932-4DEB-BE67-7A64504782C9}"/>
              </a:ext>
            </a:extLst>
          </p:cNvPr>
          <p:cNvGrpSpPr/>
          <p:nvPr/>
        </p:nvGrpSpPr>
        <p:grpSpPr>
          <a:xfrm>
            <a:off x="2588489" y="2361079"/>
            <a:ext cx="601824" cy="627029"/>
            <a:chOff x="8814649" y="1031703"/>
            <a:chExt cx="601824" cy="627029"/>
          </a:xfrm>
        </p:grpSpPr>
        <p:cxnSp>
          <p:nvCxnSpPr>
            <p:cNvPr id="39" name="직선 연결선 38">
              <a:extLst>
                <a:ext uri="{FF2B5EF4-FFF2-40B4-BE49-F238E27FC236}">
                  <a16:creationId xmlns:a16="http://schemas.microsoft.com/office/drawing/2014/main" id="{310F9280-C163-4ED5-B6E9-756E97442753}"/>
                </a:ext>
              </a:extLst>
            </p:cNvPr>
            <p:cNvCxnSpPr>
              <a:cxnSpLocks/>
            </p:cNvCxnSpPr>
            <p:nvPr/>
          </p:nvCxnSpPr>
          <p:spPr>
            <a:xfrm>
              <a:off x="8814649" y="1031703"/>
              <a:ext cx="601824" cy="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직선 연결선 39">
              <a:extLst>
                <a:ext uri="{FF2B5EF4-FFF2-40B4-BE49-F238E27FC236}">
                  <a16:creationId xmlns:a16="http://schemas.microsoft.com/office/drawing/2014/main" id="{19AD1448-88CC-4139-876F-6330B0360A4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415517" y="1031703"/>
              <a:ext cx="956" cy="627029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7" name="그룹 46">
            <a:extLst>
              <a:ext uri="{FF2B5EF4-FFF2-40B4-BE49-F238E27FC236}">
                <a16:creationId xmlns:a16="http://schemas.microsoft.com/office/drawing/2014/main" id="{8124A149-115F-4BB6-9FEA-BB386A08DB3F}"/>
              </a:ext>
            </a:extLst>
          </p:cNvPr>
          <p:cNvGrpSpPr/>
          <p:nvPr/>
        </p:nvGrpSpPr>
        <p:grpSpPr>
          <a:xfrm>
            <a:off x="2301327" y="4528319"/>
            <a:ext cx="1275127" cy="1242298"/>
            <a:chOff x="6604931" y="3799656"/>
            <a:chExt cx="1275127" cy="1242298"/>
          </a:xfrm>
        </p:grpSpPr>
        <p:sp>
          <p:nvSpPr>
            <p:cNvPr id="49" name="타원 48">
              <a:extLst>
                <a:ext uri="{FF2B5EF4-FFF2-40B4-BE49-F238E27FC236}">
                  <a16:creationId xmlns:a16="http://schemas.microsoft.com/office/drawing/2014/main" id="{35546CA5-EAEF-4F66-94B4-4034278B0D36}"/>
                </a:ext>
              </a:extLst>
            </p:cNvPr>
            <p:cNvSpPr/>
            <p:nvPr/>
          </p:nvSpPr>
          <p:spPr>
            <a:xfrm>
              <a:off x="6672351" y="3799656"/>
              <a:ext cx="1140288" cy="1125580"/>
            </a:xfrm>
            <a:prstGeom prst="ellipse">
              <a:avLst/>
            </a:prstGeom>
            <a:noFill/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0" name="직사각형 49">
              <a:extLst>
                <a:ext uri="{FF2B5EF4-FFF2-40B4-BE49-F238E27FC236}">
                  <a16:creationId xmlns:a16="http://schemas.microsoft.com/office/drawing/2014/main" id="{2D11238B-37EB-4F4A-A2E9-4AC08277A100}"/>
                </a:ext>
              </a:extLst>
            </p:cNvPr>
            <p:cNvSpPr/>
            <p:nvPr/>
          </p:nvSpPr>
          <p:spPr>
            <a:xfrm>
              <a:off x="6604931" y="4362446"/>
              <a:ext cx="1275127" cy="67950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7728CFC9-9290-4E73-BF11-CF144BFCAB92}"/>
              </a:ext>
            </a:extLst>
          </p:cNvPr>
          <p:cNvSpPr/>
          <p:nvPr/>
        </p:nvSpPr>
        <p:spPr>
          <a:xfrm>
            <a:off x="2337067" y="3881587"/>
            <a:ext cx="1203649" cy="120364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A736D8FB-E706-4C8D-A844-F2782AFA7EBE}"/>
              </a:ext>
            </a:extLst>
          </p:cNvPr>
          <p:cNvSpPr txBox="1"/>
          <p:nvPr/>
        </p:nvSpPr>
        <p:spPr>
          <a:xfrm>
            <a:off x="2716582" y="4642275"/>
            <a:ext cx="44461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b="1" dirty="0"/>
              <a:t>성</a:t>
            </a:r>
            <a:endParaRPr lang="ko-KR" altLang="en-US" b="1" dirty="0"/>
          </a:p>
        </p:txBody>
      </p:sp>
      <p:grpSp>
        <p:nvGrpSpPr>
          <p:cNvPr id="52" name="그룹 51">
            <a:extLst>
              <a:ext uri="{FF2B5EF4-FFF2-40B4-BE49-F238E27FC236}">
                <a16:creationId xmlns:a16="http://schemas.microsoft.com/office/drawing/2014/main" id="{192038A5-EBA5-4802-80CF-6C1063880514}"/>
              </a:ext>
            </a:extLst>
          </p:cNvPr>
          <p:cNvGrpSpPr/>
          <p:nvPr/>
        </p:nvGrpSpPr>
        <p:grpSpPr>
          <a:xfrm>
            <a:off x="4243352" y="5486998"/>
            <a:ext cx="1275127" cy="1242298"/>
            <a:chOff x="6604931" y="3799656"/>
            <a:chExt cx="1275127" cy="1242298"/>
          </a:xfrm>
        </p:grpSpPr>
        <p:sp>
          <p:nvSpPr>
            <p:cNvPr id="53" name="타원 52">
              <a:extLst>
                <a:ext uri="{FF2B5EF4-FFF2-40B4-BE49-F238E27FC236}">
                  <a16:creationId xmlns:a16="http://schemas.microsoft.com/office/drawing/2014/main" id="{8209B8E6-6A24-4D4E-A4F2-9773271DC949}"/>
                </a:ext>
              </a:extLst>
            </p:cNvPr>
            <p:cNvSpPr/>
            <p:nvPr/>
          </p:nvSpPr>
          <p:spPr>
            <a:xfrm>
              <a:off x="6672351" y="3799656"/>
              <a:ext cx="1140288" cy="1125580"/>
            </a:xfrm>
            <a:prstGeom prst="ellipse">
              <a:avLst/>
            </a:prstGeom>
            <a:noFill/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4" name="직사각형 53">
              <a:extLst>
                <a:ext uri="{FF2B5EF4-FFF2-40B4-BE49-F238E27FC236}">
                  <a16:creationId xmlns:a16="http://schemas.microsoft.com/office/drawing/2014/main" id="{D9EF3485-F71D-4F00-8763-B05BEEDE6B9F}"/>
                </a:ext>
              </a:extLst>
            </p:cNvPr>
            <p:cNvSpPr/>
            <p:nvPr/>
          </p:nvSpPr>
          <p:spPr>
            <a:xfrm>
              <a:off x="6604931" y="4362446"/>
              <a:ext cx="1275127" cy="67950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6172605E-9F5A-4C4A-B3BD-E4B52D698430}"/>
              </a:ext>
            </a:extLst>
          </p:cNvPr>
          <p:cNvSpPr/>
          <p:nvPr/>
        </p:nvSpPr>
        <p:spPr>
          <a:xfrm>
            <a:off x="4279092" y="4840266"/>
            <a:ext cx="1203649" cy="120364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76494A00-9B8E-436E-BFC2-C20D334AF1AF}"/>
              </a:ext>
            </a:extLst>
          </p:cNvPr>
          <p:cNvSpPr txBox="1"/>
          <p:nvPr/>
        </p:nvSpPr>
        <p:spPr>
          <a:xfrm>
            <a:off x="4658607" y="5600954"/>
            <a:ext cx="44461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b="1" dirty="0"/>
              <a:t>성</a:t>
            </a:r>
            <a:endParaRPr lang="ko-KR" altLang="en-US" b="1" dirty="0"/>
          </a:p>
        </p:txBody>
      </p:sp>
      <p:grpSp>
        <p:nvGrpSpPr>
          <p:cNvPr id="57" name="그룹 56">
            <a:extLst>
              <a:ext uri="{FF2B5EF4-FFF2-40B4-BE49-F238E27FC236}">
                <a16:creationId xmlns:a16="http://schemas.microsoft.com/office/drawing/2014/main" id="{191D27EA-E296-48D3-BE4C-36C045DFEB8C}"/>
              </a:ext>
            </a:extLst>
          </p:cNvPr>
          <p:cNvGrpSpPr/>
          <p:nvPr/>
        </p:nvGrpSpPr>
        <p:grpSpPr>
          <a:xfrm>
            <a:off x="4281180" y="1275032"/>
            <a:ext cx="1275127" cy="1242298"/>
            <a:chOff x="6604931" y="3799656"/>
            <a:chExt cx="1275127" cy="1242298"/>
          </a:xfrm>
        </p:grpSpPr>
        <p:sp>
          <p:nvSpPr>
            <p:cNvPr id="58" name="타원 57">
              <a:extLst>
                <a:ext uri="{FF2B5EF4-FFF2-40B4-BE49-F238E27FC236}">
                  <a16:creationId xmlns:a16="http://schemas.microsoft.com/office/drawing/2014/main" id="{DFFA8837-5949-40FD-950D-3A819BA52E20}"/>
                </a:ext>
              </a:extLst>
            </p:cNvPr>
            <p:cNvSpPr/>
            <p:nvPr/>
          </p:nvSpPr>
          <p:spPr>
            <a:xfrm>
              <a:off x="6672351" y="3799656"/>
              <a:ext cx="1140288" cy="1125580"/>
            </a:xfrm>
            <a:prstGeom prst="ellipse">
              <a:avLst/>
            </a:prstGeom>
            <a:noFill/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9" name="직사각형 58">
              <a:extLst>
                <a:ext uri="{FF2B5EF4-FFF2-40B4-BE49-F238E27FC236}">
                  <a16:creationId xmlns:a16="http://schemas.microsoft.com/office/drawing/2014/main" id="{4538398D-6B2A-4E53-B4CD-879DD2E90D88}"/>
                </a:ext>
              </a:extLst>
            </p:cNvPr>
            <p:cNvSpPr/>
            <p:nvPr/>
          </p:nvSpPr>
          <p:spPr>
            <a:xfrm>
              <a:off x="6604931" y="4362446"/>
              <a:ext cx="1275127" cy="67950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8670A48F-E3FD-4EF4-BE7C-655CBFD43B75}"/>
              </a:ext>
            </a:extLst>
          </p:cNvPr>
          <p:cNvSpPr/>
          <p:nvPr/>
        </p:nvSpPr>
        <p:spPr>
          <a:xfrm>
            <a:off x="4316920" y="628300"/>
            <a:ext cx="1203649" cy="120364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1602D6BD-618B-4635-A9E6-972C84769596}"/>
              </a:ext>
            </a:extLst>
          </p:cNvPr>
          <p:cNvSpPr txBox="1"/>
          <p:nvPr/>
        </p:nvSpPr>
        <p:spPr>
          <a:xfrm>
            <a:off x="4696435" y="1388988"/>
            <a:ext cx="44461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b="1" dirty="0"/>
              <a:t>성</a:t>
            </a:r>
            <a:endParaRPr lang="ko-KR" altLang="en-US" b="1" dirty="0"/>
          </a:p>
        </p:txBody>
      </p:sp>
      <p:grpSp>
        <p:nvGrpSpPr>
          <p:cNvPr id="46" name="그룹 45">
            <a:extLst>
              <a:ext uri="{FF2B5EF4-FFF2-40B4-BE49-F238E27FC236}">
                <a16:creationId xmlns:a16="http://schemas.microsoft.com/office/drawing/2014/main" id="{A843B81C-57F6-4A7C-AE2F-927A9DAD636B}"/>
              </a:ext>
            </a:extLst>
          </p:cNvPr>
          <p:cNvGrpSpPr/>
          <p:nvPr/>
        </p:nvGrpSpPr>
        <p:grpSpPr>
          <a:xfrm>
            <a:off x="5724370" y="4687182"/>
            <a:ext cx="1275127" cy="1242298"/>
            <a:chOff x="6604931" y="3799656"/>
            <a:chExt cx="1275127" cy="1242298"/>
          </a:xfrm>
        </p:grpSpPr>
        <p:sp>
          <p:nvSpPr>
            <p:cNvPr id="62" name="타원 61">
              <a:extLst>
                <a:ext uri="{FF2B5EF4-FFF2-40B4-BE49-F238E27FC236}">
                  <a16:creationId xmlns:a16="http://schemas.microsoft.com/office/drawing/2014/main" id="{4DB569B6-B176-4CE7-A418-4B0B610D6D45}"/>
                </a:ext>
              </a:extLst>
            </p:cNvPr>
            <p:cNvSpPr/>
            <p:nvPr/>
          </p:nvSpPr>
          <p:spPr>
            <a:xfrm>
              <a:off x="6672351" y="3799656"/>
              <a:ext cx="1140288" cy="1125580"/>
            </a:xfrm>
            <a:prstGeom prst="ellipse">
              <a:avLst/>
            </a:prstGeom>
            <a:noFill/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3" name="직사각형 62">
              <a:extLst>
                <a:ext uri="{FF2B5EF4-FFF2-40B4-BE49-F238E27FC236}">
                  <a16:creationId xmlns:a16="http://schemas.microsoft.com/office/drawing/2014/main" id="{B75273C5-E0F6-489C-BD67-90DB3152AD94}"/>
                </a:ext>
              </a:extLst>
            </p:cNvPr>
            <p:cNvSpPr/>
            <p:nvPr/>
          </p:nvSpPr>
          <p:spPr>
            <a:xfrm>
              <a:off x="6604931" y="4362446"/>
              <a:ext cx="1275127" cy="67950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4" name="직사각형 63">
            <a:extLst>
              <a:ext uri="{FF2B5EF4-FFF2-40B4-BE49-F238E27FC236}">
                <a16:creationId xmlns:a16="http://schemas.microsoft.com/office/drawing/2014/main" id="{6B28FAA9-3316-4778-A4FD-9E8658A12950}"/>
              </a:ext>
            </a:extLst>
          </p:cNvPr>
          <p:cNvSpPr/>
          <p:nvPr/>
        </p:nvSpPr>
        <p:spPr>
          <a:xfrm>
            <a:off x="5760110" y="4040450"/>
            <a:ext cx="1203649" cy="120364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B4BB0BEC-0385-48D4-9697-62AC01D24DCA}"/>
              </a:ext>
            </a:extLst>
          </p:cNvPr>
          <p:cNvSpPr txBox="1"/>
          <p:nvPr/>
        </p:nvSpPr>
        <p:spPr>
          <a:xfrm>
            <a:off x="8653687" y="1652720"/>
            <a:ext cx="3691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b="1" dirty="0"/>
              <a:t>“</a:t>
            </a:r>
            <a:endParaRPr lang="ko-KR" altLang="en-US" b="1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364B6AED-BAB8-43C8-9FE7-E70A80D8BDCB}"/>
              </a:ext>
            </a:extLst>
          </p:cNvPr>
          <p:cNvSpPr txBox="1"/>
          <p:nvPr/>
        </p:nvSpPr>
        <p:spPr>
          <a:xfrm>
            <a:off x="7698826" y="1532368"/>
            <a:ext cx="3691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b="1" dirty="0"/>
              <a:t>“</a:t>
            </a:r>
            <a:endParaRPr lang="ko-KR" altLang="en-US" b="1" dirty="0"/>
          </a:p>
        </p:txBody>
      </p:sp>
      <p:cxnSp>
        <p:nvCxnSpPr>
          <p:cNvPr id="67" name="직선 연결선 66">
            <a:extLst>
              <a:ext uri="{FF2B5EF4-FFF2-40B4-BE49-F238E27FC236}">
                <a16:creationId xmlns:a16="http://schemas.microsoft.com/office/drawing/2014/main" id="{A32668AB-29C5-42EF-B5EC-A2D32FB1874B}"/>
              </a:ext>
            </a:extLst>
          </p:cNvPr>
          <p:cNvCxnSpPr/>
          <p:nvPr/>
        </p:nvCxnSpPr>
        <p:spPr>
          <a:xfrm>
            <a:off x="7819154" y="2575628"/>
            <a:ext cx="1203649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8" name="그룹 67">
            <a:extLst>
              <a:ext uri="{FF2B5EF4-FFF2-40B4-BE49-F238E27FC236}">
                <a16:creationId xmlns:a16="http://schemas.microsoft.com/office/drawing/2014/main" id="{6B5C7E88-760E-404C-88C6-5196ED2479AB}"/>
              </a:ext>
            </a:extLst>
          </p:cNvPr>
          <p:cNvGrpSpPr/>
          <p:nvPr/>
        </p:nvGrpSpPr>
        <p:grpSpPr>
          <a:xfrm>
            <a:off x="7831481" y="3408316"/>
            <a:ext cx="1275127" cy="1242298"/>
            <a:chOff x="6604931" y="3799656"/>
            <a:chExt cx="1275127" cy="1242298"/>
          </a:xfrm>
        </p:grpSpPr>
        <p:sp>
          <p:nvSpPr>
            <p:cNvPr id="69" name="타원 68">
              <a:extLst>
                <a:ext uri="{FF2B5EF4-FFF2-40B4-BE49-F238E27FC236}">
                  <a16:creationId xmlns:a16="http://schemas.microsoft.com/office/drawing/2014/main" id="{D5438039-BAF8-4048-B6AB-D90AC6A3EB34}"/>
                </a:ext>
              </a:extLst>
            </p:cNvPr>
            <p:cNvSpPr/>
            <p:nvPr/>
          </p:nvSpPr>
          <p:spPr>
            <a:xfrm>
              <a:off x="6672351" y="3799656"/>
              <a:ext cx="1140288" cy="1125580"/>
            </a:xfrm>
            <a:prstGeom prst="ellipse">
              <a:avLst/>
            </a:prstGeom>
            <a:noFill/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0" name="직사각형 69">
              <a:extLst>
                <a:ext uri="{FF2B5EF4-FFF2-40B4-BE49-F238E27FC236}">
                  <a16:creationId xmlns:a16="http://schemas.microsoft.com/office/drawing/2014/main" id="{59761463-DE75-406C-BD1E-D69AE6940BB3}"/>
                </a:ext>
              </a:extLst>
            </p:cNvPr>
            <p:cNvSpPr/>
            <p:nvPr/>
          </p:nvSpPr>
          <p:spPr>
            <a:xfrm>
              <a:off x="6604931" y="4362446"/>
              <a:ext cx="1275127" cy="67950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71" name="TextBox 70">
            <a:extLst>
              <a:ext uri="{FF2B5EF4-FFF2-40B4-BE49-F238E27FC236}">
                <a16:creationId xmlns:a16="http://schemas.microsoft.com/office/drawing/2014/main" id="{A0B737E5-7650-4742-B7EF-C160BD385780}"/>
              </a:ext>
            </a:extLst>
          </p:cNvPr>
          <p:cNvSpPr txBox="1"/>
          <p:nvPr/>
        </p:nvSpPr>
        <p:spPr>
          <a:xfrm>
            <a:off x="9579360" y="1684768"/>
            <a:ext cx="3691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b="1" dirty="0"/>
              <a:t>“</a:t>
            </a:r>
            <a:endParaRPr lang="ko-KR" altLang="en-US" b="1" dirty="0"/>
          </a:p>
        </p:txBody>
      </p:sp>
      <p:cxnSp>
        <p:nvCxnSpPr>
          <p:cNvPr id="72" name="직선 연결선 71">
            <a:extLst>
              <a:ext uri="{FF2B5EF4-FFF2-40B4-BE49-F238E27FC236}">
                <a16:creationId xmlns:a16="http://schemas.microsoft.com/office/drawing/2014/main" id="{3AEF3545-13B7-466B-B00A-458CACE0E847}"/>
              </a:ext>
            </a:extLst>
          </p:cNvPr>
          <p:cNvCxnSpPr/>
          <p:nvPr/>
        </p:nvCxnSpPr>
        <p:spPr>
          <a:xfrm>
            <a:off x="9487695" y="2519436"/>
            <a:ext cx="1203649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3" name="그룹 72">
            <a:extLst>
              <a:ext uri="{FF2B5EF4-FFF2-40B4-BE49-F238E27FC236}">
                <a16:creationId xmlns:a16="http://schemas.microsoft.com/office/drawing/2014/main" id="{CE26BD2A-D422-4903-A42E-B2C773BB37DE}"/>
              </a:ext>
            </a:extLst>
          </p:cNvPr>
          <p:cNvGrpSpPr/>
          <p:nvPr/>
        </p:nvGrpSpPr>
        <p:grpSpPr>
          <a:xfrm>
            <a:off x="9712015" y="3560716"/>
            <a:ext cx="1275127" cy="1242298"/>
            <a:chOff x="6604931" y="3799656"/>
            <a:chExt cx="1275127" cy="1242298"/>
          </a:xfrm>
        </p:grpSpPr>
        <p:sp>
          <p:nvSpPr>
            <p:cNvPr id="74" name="타원 73">
              <a:extLst>
                <a:ext uri="{FF2B5EF4-FFF2-40B4-BE49-F238E27FC236}">
                  <a16:creationId xmlns:a16="http://schemas.microsoft.com/office/drawing/2014/main" id="{429B92A7-5791-483C-B245-73641B35A452}"/>
                </a:ext>
              </a:extLst>
            </p:cNvPr>
            <p:cNvSpPr/>
            <p:nvPr/>
          </p:nvSpPr>
          <p:spPr>
            <a:xfrm>
              <a:off x="6672351" y="3799656"/>
              <a:ext cx="1140288" cy="1125580"/>
            </a:xfrm>
            <a:prstGeom prst="ellipse">
              <a:avLst/>
            </a:prstGeom>
            <a:noFill/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5" name="직사각형 74">
              <a:extLst>
                <a:ext uri="{FF2B5EF4-FFF2-40B4-BE49-F238E27FC236}">
                  <a16:creationId xmlns:a16="http://schemas.microsoft.com/office/drawing/2014/main" id="{EFAF1ABA-B53A-4F95-8DD1-ACCA9F0E94FF}"/>
                </a:ext>
              </a:extLst>
            </p:cNvPr>
            <p:cNvSpPr/>
            <p:nvPr/>
          </p:nvSpPr>
          <p:spPr>
            <a:xfrm>
              <a:off x="6604931" y="4362446"/>
              <a:ext cx="1275127" cy="67950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cxnSp>
        <p:nvCxnSpPr>
          <p:cNvPr id="76" name="직선 연결선 75">
            <a:extLst>
              <a:ext uri="{FF2B5EF4-FFF2-40B4-BE49-F238E27FC236}">
                <a16:creationId xmlns:a16="http://schemas.microsoft.com/office/drawing/2014/main" id="{DD7A6DE9-35FC-48D7-86DB-BC276210105E}"/>
              </a:ext>
            </a:extLst>
          </p:cNvPr>
          <p:cNvCxnSpPr>
            <a:cxnSpLocks/>
          </p:cNvCxnSpPr>
          <p:nvPr/>
        </p:nvCxnSpPr>
        <p:spPr>
          <a:xfrm>
            <a:off x="9487695" y="487796"/>
            <a:ext cx="601824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직선 연결선 76">
            <a:extLst>
              <a:ext uri="{FF2B5EF4-FFF2-40B4-BE49-F238E27FC236}">
                <a16:creationId xmlns:a16="http://schemas.microsoft.com/office/drawing/2014/main" id="{657C81FF-8A64-4DDE-AD27-0D44F592C7F9}"/>
              </a:ext>
            </a:extLst>
          </p:cNvPr>
          <p:cNvCxnSpPr>
            <a:cxnSpLocks/>
          </p:cNvCxnSpPr>
          <p:nvPr/>
        </p:nvCxnSpPr>
        <p:spPr>
          <a:xfrm flipH="1">
            <a:off x="10088563" y="487796"/>
            <a:ext cx="956" cy="627029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8" name="그룹 77">
            <a:extLst>
              <a:ext uri="{FF2B5EF4-FFF2-40B4-BE49-F238E27FC236}">
                <a16:creationId xmlns:a16="http://schemas.microsoft.com/office/drawing/2014/main" id="{258F36D6-4421-4832-951E-C42CC6CBFDBB}"/>
              </a:ext>
            </a:extLst>
          </p:cNvPr>
          <p:cNvGrpSpPr/>
          <p:nvPr/>
        </p:nvGrpSpPr>
        <p:grpSpPr>
          <a:xfrm>
            <a:off x="8145149" y="2448972"/>
            <a:ext cx="1275127" cy="1242298"/>
            <a:chOff x="6604931" y="3799656"/>
            <a:chExt cx="1275127" cy="1242298"/>
          </a:xfrm>
        </p:grpSpPr>
        <p:sp>
          <p:nvSpPr>
            <p:cNvPr id="79" name="타원 78">
              <a:extLst>
                <a:ext uri="{FF2B5EF4-FFF2-40B4-BE49-F238E27FC236}">
                  <a16:creationId xmlns:a16="http://schemas.microsoft.com/office/drawing/2014/main" id="{4937C572-49FF-4418-B7CC-F9F0E0D406D3}"/>
                </a:ext>
              </a:extLst>
            </p:cNvPr>
            <p:cNvSpPr/>
            <p:nvPr/>
          </p:nvSpPr>
          <p:spPr>
            <a:xfrm>
              <a:off x="6672351" y="3799656"/>
              <a:ext cx="1140288" cy="1125580"/>
            </a:xfrm>
            <a:prstGeom prst="ellipse">
              <a:avLst/>
            </a:prstGeom>
            <a:noFill/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0" name="직사각형 79">
              <a:extLst>
                <a:ext uri="{FF2B5EF4-FFF2-40B4-BE49-F238E27FC236}">
                  <a16:creationId xmlns:a16="http://schemas.microsoft.com/office/drawing/2014/main" id="{31FBAC56-51C4-46A4-ABFC-B7C827B3E894}"/>
                </a:ext>
              </a:extLst>
            </p:cNvPr>
            <p:cNvSpPr/>
            <p:nvPr/>
          </p:nvSpPr>
          <p:spPr>
            <a:xfrm>
              <a:off x="6604931" y="4362446"/>
              <a:ext cx="1275127" cy="67950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81" name="그림 80">
            <a:extLst>
              <a:ext uri="{FF2B5EF4-FFF2-40B4-BE49-F238E27FC236}">
                <a16:creationId xmlns:a16="http://schemas.microsoft.com/office/drawing/2014/main" id="{F2933453-3B40-4A89-AF7B-902DF76A91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19723" y="4443296"/>
            <a:ext cx="539178" cy="1045672"/>
          </a:xfrm>
          <a:prstGeom prst="rect">
            <a:avLst/>
          </a:prstGeom>
        </p:spPr>
      </p:pic>
      <p:pic>
        <p:nvPicPr>
          <p:cNvPr id="82" name="그림 81">
            <a:extLst>
              <a:ext uri="{FF2B5EF4-FFF2-40B4-BE49-F238E27FC236}">
                <a16:creationId xmlns:a16="http://schemas.microsoft.com/office/drawing/2014/main" id="{7699A598-1B72-4204-BD69-6C0F6DE630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91481" y="5175337"/>
            <a:ext cx="161717" cy="313631"/>
          </a:xfrm>
          <a:prstGeom prst="rect">
            <a:avLst/>
          </a:prstGeom>
        </p:spPr>
      </p:pic>
      <p:pic>
        <p:nvPicPr>
          <p:cNvPr id="83" name="그림 82">
            <a:extLst>
              <a:ext uri="{FF2B5EF4-FFF2-40B4-BE49-F238E27FC236}">
                <a16:creationId xmlns:a16="http://schemas.microsoft.com/office/drawing/2014/main" id="{583EB225-FF0D-46E5-9727-EBBB903B1D6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69257" y="4238037"/>
            <a:ext cx="510104" cy="1020204"/>
          </a:xfrm>
          <a:prstGeom prst="rect">
            <a:avLst/>
          </a:prstGeom>
        </p:spPr>
      </p:pic>
      <p:pic>
        <p:nvPicPr>
          <p:cNvPr id="84" name="그림 83">
            <a:extLst>
              <a:ext uri="{FF2B5EF4-FFF2-40B4-BE49-F238E27FC236}">
                <a16:creationId xmlns:a16="http://schemas.microsoft.com/office/drawing/2014/main" id="{7A1AD463-A903-42DF-9E5B-39483DF88A7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91878" y="5096524"/>
            <a:ext cx="161717" cy="323433"/>
          </a:xfrm>
          <a:prstGeom prst="rect">
            <a:avLst/>
          </a:prstGeom>
        </p:spPr>
      </p:pic>
      <p:sp>
        <p:nvSpPr>
          <p:cNvPr id="85" name="TextBox 84">
            <a:extLst>
              <a:ext uri="{FF2B5EF4-FFF2-40B4-BE49-F238E27FC236}">
                <a16:creationId xmlns:a16="http://schemas.microsoft.com/office/drawing/2014/main" id="{A03F09CD-7AC0-48C3-9FD8-64FDDC6DAC74}"/>
              </a:ext>
            </a:extLst>
          </p:cNvPr>
          <p:cNvSpPr txBox="1"/>
          <p:nvPr/>
        </p:nvSpPr>
        <p:spPr>
          <a:xfrm>
            <a:off x="7889119" y="4969636"/>
            <a:ext cx="3576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solidFill>
                  <a:srgbClr val="FF0000"/>
                </a:solidFill>
              </a:rPr>
              <a:t>1</a:t>
            </a:r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A15BCAF7-67E7-42FD-91AD-6380FD85CD24}"/>
              </a:ext>
            </a:extLst>
          </p:cNvPr>
          <p:cNvSpPr txBox="1"/>
          <p:nvPr/>
        </p:nvSpPr>
        <p:spPr>
          <a:xfrm>
            <a:off x="8160005" y="879303"/>
            <a:ext cx="3576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solidFill>
                  <a:srgbClr val="0000FF"/>
                </a:solidFill>
              </a:rPr>
              <a:t>2</a:t>
            </a:r>
            <a:endParaRPr lang="ko-KR" altLang="en-US" dirty="0">
              <a:solidFill>
                <a:srgbClr val="0000FF"/>
              </a:solidFill>
            </a:endParaRP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A0E987B1-4E35-4E2B-B321-27089517B997}"/>
              </a:ext>
            </a:extLst>
          </p:cNvPr>
          <p:cNvSpPr txBox="1"/>
          <p:nvPr/>
        </p:nvSpPr>
        <p:spPr>
          <a:xfrm>
            <a:off x="8940561" y="4067899"/>
            <a:ext cx="3576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solidFill>
                  <a:srgbClr val="0000FF"/>
                </a:solidFill>
              </a:rPr>
              <a:t>2</a:t>
            </a:r>
            <a:endParaRPr lang="ko-KR" altLang="en-US" dirty="0">
              <a:solidFill>
                <a:srgbClr val="0000FF"/>
              </a:solidFill>
            </a:endParaRP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C8139E41-F1F8-44B8-BA6E-542545AAF91E}"/>
              </a:ext>
            </a:extLst>
          </p:cNvPr>
          <p:cNvSpPr txBox="1"/>
          <p:nvPr/>
        </p:nvSpPr>
        <p:spPr>
          <a:xfrm>
            <a:off x="7315530" y="2033823"/>
            <a:ext cx="3576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solidFill>
                  <a:srgbClr val="0000FF"/>
                </a:solidFill>
              </a:rPr>
              <a:t>2</a:t>
            </a:r>
            <a:endParaRPr lang="ko-KR" altLang="en-US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94805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304</TotalTime>
  <Words>58</Words>
  <Application>Microsoft Office PowerPoint</Application>
  <PresentationFormat>와이드스크린</PresentationFormat>
  <Paragraphs>47</Paragraphs>
  <Slides>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LimKyungTae</dc:creator>
  <cp:lastModifiedBy>LimKyungTae</cp:lastModifiedBy>
  <cp:revision>12</cp:revision>
  <dcterms:created xsi:type="dcterms:W3CDTF">2020-06-26T12:35:16Z</dcterms:created>
  <dcterms:modified xsi:type="dcterms:W3CDTF">2020-06-26T17:39:56Z</dcterms:modified>
</cp:coreProperties>
</file>