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90" r:id="rId14"/>
    <p:sldId id="291" r:id="rId15"/>
    <p:sldId id="293" r:id="rId16"/>
    <p:sldId id="295" r:id="rId17"/>
    <p:sldId id="296" r:id="rId18"/>
    <p:sldId id="297" r:id="rId19"/>
    <p:sldId id="287" r:id="rId20"/>
    <p:sldId id="288" r:id="rId21"/>
    <p:sldId id="289" r:id="rId22"/>
    <p:sldId id="298" r:id="rId23"/>
    <p:sldId id="299" r:id="rId24"/>
    <p:sldId id="301" r:id="rId25"/>
    <p:sldId id="302" r:id="rId26"/>
    <p:sldId id="303" r:id="rId27"/>
    <p:sldId id="304" r:id="rId28"/>
    <p:sldId id="305" r:id="rId29"/>
    <p:sldId id="30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2DD17-5C6F-4DAC-8B04-1F1951EF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595DFB-7C5F-4CD6-82B2-A0AF2479E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92E9C-B993-4DB4-8E29-6168BFF5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7CCF5-8367-439F-A317-03F9FE2C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AABAF4-6F0F-498D-8CC6-4AF22DE6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7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49479-37B3-4DB4-9AFE-5FC14B93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45145-1512-4C33-B7BB-91DB2199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87E73-1BE6-4A95-ADA9-F4723122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F4869-9EDD-441C-B6E6-9A44BFA2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AA131-8E4A-42EF-AA17-201735DD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5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1734B-804B-48E5-9A66-3F5AB378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EE5EB-285C-4957-90AB-53765F2F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F9A1C-6254-4C79-8C0B-C16402DF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B0E62-3369-49DB-A146-43EFC81D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55D26-B62C-4BCB-A285-C404B5BA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99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A4FA5-8483-401E-961C-4E7166CA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9861C-1593-4959-9C97-5CAB9ADB2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33DB10-E087-4788-B062-239404E87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EB7C9E-F777-444D-B90A-D78BD93E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9A89C-7C29-41C1-B6EF-5CF151A5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23F06D-7DC0-46CC-8088-FE1B9D16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29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7E400-2295-43A1-8752-3E89FFD9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870E8-5E40-4271-AD6F-A2C38A03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FA4D43-34C0-4913-BDAC-3B6659FDE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142188-F3FE-4FAD-AAA2-E4DD9D02D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A26567-1926-4E43-9476-A7BB5A2E7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63466D-7DAD-423B-8007-8652680D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9BDD60-6DFD-4177-AF8B-1A2815DA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2A414D-5477-4E88-9AC2-A5C587A3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6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A4609-967A-4481-92FC-4CA189A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A27E70-3253-47B2-A81D-708EAA66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FD02EA-3976-47DB-BCBF-19ED9BF3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44CE12-B689-419E-B032-76A26D37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49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33FCF6-659F-42C7-A6F9-AFBC7CB6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BB4873-3E5C-4359-B9C5-99EF2901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B44A-6263-48B5-A23D-22EDFFB7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05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663B0-F047-447D-9E5C-806D08A8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72507-AD1D-417B-9F59-CF2D72D9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B3673-A007-47B7-9CFC-BD0D782A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EDD4E8-8406-479F-ADDD-F862B8DB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6EFD78-552A-48E5-9DB9-4FD67EB8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86E37A-1FFC-413A-8E23-BFC32944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58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A6B99-A3A8-43D6-9907-0EA15DF2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105972-64B4-4E6E-81A9-5D34E0E88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CEE69-4FAA-4E3C-9155-129A62F5C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3D578-C439-46EC-B249-1E790401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80B37-1BA4-46DB-AE48-319E1CD6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646F5F-E2E0-46D2-96F9-8BD569E5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85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99F24-57B8-4BE0-97A0-43A04423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AFBA47-AEC8-4458-B884-38FE2E5CE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8BB1A-8565-4CB6-B4B9-FB27D5F5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48DB6-8DDC-4752-8A9A-DF54761E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403573-84D8-408C-AF3A-BF476A2B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6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894D6D-A4C5-482F-92FF-D29257824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77CD90-050B-432E-980A-25F84223D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BCAAB-B7DC-4E08-B9EF-B62DB3B9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8AB2D-A684-4A2E-A65C-07D665D9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CFAC76-9D57-407B-BBEC-962AA59C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7D29C-90EE-4362-9372-B54FCA67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E24A9-5E18-43C1-B855-69C3F6C4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EBAA8-953A-489A-8BDC-A835AEFB9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3CE0B-503C-496A-8977-8989DBB3E9A4}" type="datetimeFigureOut">
              <a:rPr lang="ko-KR" altLang="en-US" smtClean="0"/>
              <a:t>2020-06-06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A27EB-A66C-4CFC-BF93-B7D6FC77C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C3D17-BEF9-42AF-82F0-959F96DB2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4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67BD1D0-7D39-49B4-A889-7498C5520B3B}"/>
              </a:ext>
            </a:extLst>
          </p:cNvPr>
          <p:cNvSpPr txBox="1"/>
          <p:nvPr/>
        </p:nvSpPr>
        <p:spPr>
          <a:xfrm>
            <a:off x="7677538" y="5647223"/>
            <a:ext cx="2189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발표자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BDD0B-5000-4641-BA55-E2CC9D415942}"/>
              </a:ext>
            </a:extLst>
          </p:cNvPr>
          <p:cNvSpPr txBox="1"/>
          <p:nvPr/>
        </p:nvSpPr>
        <p:spPr>
          <a:xfrm>
            <a:off x="9867122" y="5749859"/>
            <a:ext cx="218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임경태</a:t>
            </a:r>
            <a:endParaRPr lang="ko-KR" alt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11B6A9-0264-47EA-BD47-B60610E0C8F5}"/>
              </a:ext>
            </a:extLst>
          </p:cNvPr>
          <p:cNvSpPr txBox="1"/>
          <p:nvPr/>
        </p:nvSpPr>
        <p:spPr>
          <a:xfrm>
            <a:off x="1880543" y="2653423"/>
            <a:ext cx="8430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6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343949" y="1545427"/>
            <a:ext cx="47928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게임으로</a:t>
            </a:r>
            <a:r>
              <a:rPr lang="en-US" altLang="ko-KR" sz="3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7B4F5-BAD4-460D-AE98-A55CEBEE42BC}"/>
              </a:ext>
            </a:extLst>
          </p:cNvPr>
          <p:cNvSpPr txBox="1"/>
          <p:nvPr/>
        </p:nvSpPr>
        <p:spPr>
          <a:xfrm>
            <a:off x="1083579" y="2099425"/>
            <a:ext cx="47928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스토리를 강화한</a:t>
            </a:r>
            <a:r>
              <a:rPr lang="en-US" altLang="ko-KR" sz="3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3605C1-4369-4076-A338-BFC48CCB4C0D}"/>
              </a:ext>
            </a:extLst>
          </p:cNvPr>
          <p:cNvCxnSpPr/>
          <p:nvPr/>
        </p:nvCxnSpPr>
        <p:spPr>
          <a:xfrm>
            <a:off x="9800010" y="5802082"/>
            <a:ext cx="0" cy="541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10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스크린샷, 하얀색이(가) 표시된 사진&#10;&#10;자동 생성된 설명">
            <a:extLst>
              <a:ext uri="{FF2B5EF4-FFF2-40B4-BE49-F238E27FC236}">
                <a16:creationId xmlns:a16="http://schemas.microsoft.com/office/drawing/2014/main" id="{18CC3B8D-61CA-46DA-8358-745C86A2A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8284"/>
            <a:ext cx="12192000" cy="37814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C6C6BD-F980-46E4-B2A7-C916A6AB907F}"/>
              </a:ext>
            </a:extLst>
          </p:cNvPr>
          <p:cNvSpPr txBox="1"/>
          <p:nvPr/>
        </p:nvSpPr>
        <p:spPr>
          <a:xfrm>
            <a:off x="234892" y="889227"/>
            <a:ext cx="4597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지난 주 작성한 마인드맵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89443-1FFE-489E-8EA3-081E50917F4D}"/>
              </a:ext>
            </a:extLst>
          </p:cNvPr>
          <p:cNvSpPr txBox="1"/>
          <p:nvPr/>
        </p:nvSpPr>
        <p:spPr>
          <a:xfrm>
            <a:off x="10070984" y="5329537"/>
            <a:ext cx="2121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*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잔가지는 생략하였습니다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8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5B97E7-F482-4D84-A420-CE8E82E34BC8}"/>
              </a:ext>
            </a:extLst>
          </p:cNvPr>
          <p:cNvSpPr txBox="1"/>
          <p:nvPr/>
        </p:nvSpPr>
        <p:spPr>
          <a:xfrm>
            <a:off x="2149151" y="3767521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기기로 포팅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01551" y="2015077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대 요소 중 스토리 강화</a:t>
            </a:r>
            <a:endParaRPr lang="ko-KR" altLang="en-US" sz="5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86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5B97E7-F482-4D84-A420-CE8E82E34BC8}"/>
              </a:ext>
            </a:extLst>
          </p:cNvPr>
          <p:cNvSpPr txBox="1"/>
          <p:nvPr/>
        </p:nvSpPr>
        <p:spPr>
          <a:xfrm>
            <a:off x="2149151" y="3767521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기기로 포팅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01551" y="2015077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대 요소 중 </a:t>
            </a:r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</p:spTree>
    <p:extLst>
      <p:ext uri="{BB962C8B-B14F-4D97-AF65-F5344CB8AC3E}">
        <p14:creationId xmlns:p14="http://schemas.microsoft.com/office/powerpoint/2010/main" val="14593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877893-6284-4ABE-9BC3-9F2FE079F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3" y="1577136"/>
            <a:ext cx="6581196" cy="438746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590DA5-D9EF-463D-B90F-96911058BBB8}"/>
              </a:ext>
            </a:extLst>
          </p:cNvPr>
          <p:cNvSpPr txBox="1"/>
          <p:nvPr/>
        </p:nvSpPr>
        <p:spPr>
          <a:xfrm>
            <a:off x="234892" y="6182714"/>
            <a:ext cx="2121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*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출처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유네스코 홈페이지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12514-79E4-4198-9E1D-6E6730E4A30E}"/>
              </a:ext>
            </a:extLst>
          </p:cNvPr>
          <p:cNvSpPr txBox="1"/>
          <p:nvPr/>
        </p:nvSpPr>
        <p:spPr>
          <a:xfrm>
            <a:off x="7316663" y="1493302"/>
            <a:ext cx="2817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카르카손</a:t>
            </a:r>
            <a:r>
              <a:rPr lang="ko-KR" altLang="en-US" b="1" dirty="0"/>
              <a:t> 역사 요새 도시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9E8042-571A-4FC8-802E-F0DBC88FA744}"/>
              </a:ext>
            </a:extLst>
          </p:cNvPr>
          <p:cNvSpPr txBox="1"/>
          <p:nvPr/>
        </p:nvSpPr>
        <p:spPr>
          <a:xfrm>
            <a:off x="7316663" y="2093466"/>
            <a:ext cx="2505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ko-KR" altLang="en-US" sz="1200" b="1" dirty="0"/>
              <a:t>유네스코 세계문화유산 등재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DF234C8-E9F6-4CF0-8DEF-FA2FBE2F0798}"/>
              </a:ext>
            </a:extLst>
          </p:cNvPr>
          <p:cNvCxnSpPr>
            <a:cxnSpLocks/>
          </p:cNvCxnSpPr>
          <p:nvPr/>
        </p:nvCxnSpPr>
        <p:spPr>
          <a:xfrm>
            <a:off x="7390701" y="1862634"/>
            <a:ext cx="25670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13EC6E-ED49-4B69-ADDD-53605B6E8F78}"/>
              </a:ext>
            </a:extLst>
          </p:cNvPr>
          <p:cNvSpPr txBox="1"/>
          <p:nvPr/>
        </p:nvSpPr>
        <p:spPr>
          <a:xfrm>
            <a:off x="7316662" y="2462796"/>
            <a:ext cx="41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ko-KR" altLang="en-US" sz="1200" b="1" dirty="0"/>
              <a:t>프랑스 </a:t>
            </a:r>
            <a:r>
              <a:rPr lang="ko-KR" altLang="en-US" sz="1200" b="1" dirty="0" err="1"/>
              <a:t>랑그도크루시용</a:t>
            </a:r>
            <a:r>
              <a:rPr lang="ko-KR" altLang="en-US" sz="1200" b="1" dirty="0"/>
              <a:t> 주</a:t>
            </a:r>
            <a:r>
              <a:rPr lang="en-US" altLang="ko-KR" sz="1200" b="1" dirty="0"/>
              <a:t>(Languedoc-Roussillon) </a:t>
            </a:r>
          </a:p>
          <a:p>
            <a:r>
              <a:rPr lang="en-US" altLang="ko-KR" sz="1200" b="1" dirty="0"/>
              <a:t>            </a:t>
            </a:r>
            <a:r>
              <a:rPr lang="ko-KR" altLang="en-US" sz="1200" b="1" dirty="0" err="1"/>
              <a:t>오드</a:t>
            </a:r>
            <a:r>
              <a:rPr lang="ko-KR" altLang="en-US" sz="1200" b="1" dirty="0"/>
              <a:t> 현</a:t>
            </a:r>
            <a:r>
              <a:rPr lang="en-US" altLang="ko-KR" sz="1200" b="1" dirty="0"/>
              <a:t>(Department of Aude)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E3148-9161-4DFC-A963-715E2EF21695}"/>
              </a:ext>
            </a:extLst>
          </p:cNvPr>
          <p:cNvSpPr txBox="1"/>
          <p:nvPr/>
        </p:nvSpPr>
        <p:spPr>
          <a:xfrm>
            <a:off x="7316662" y="3263036"/>
            <a:ext cx="4176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b="1" dirty="0" err="1"/>
              <a:t>카르카손이</a:t>
            </a:r>
            <a:r>
              <a:rPr lang="ko-KR" altLang="en-US" sz="1200" b="1" dirty="0"/>
              <a:t> 있는 언덕에는 로마 시대 이전부터 요새화된 주거지가 형성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ko-KR" altLang="en-US" sz="1200" b="1" dirty="0"/>
              <a:t>중세시대에 건축된 성을 둘러싼 거대한 방어벽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주거 건물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거리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고딕 성당 등이 온전히 보존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ko-KR" altLang="en-US" sz="1200" b="1" dirty="0"/>
              <a:t>중세의 요새화된 주거지의 대표적 사례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E293AA-769E-4296-9A8F-59673E8FB11C}"/>
              </a:ext>
            </a:extLst>
          </p:cNvPr>
          <p:cNvSpPr txBox="1"/>
          <p:nvPr/>
        </p:nvSpPr>
        <p:spPr>
          <a:xfrm>
            <a:off x="7316662" y="4596013"/>
            <a:ext cx="4176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b="1" dirty="0"/>
              <a:t>5</a:t>
            </a:r>
            <a:r>
              <a:rPr lang="ko-KR" altLang="en-US" sz="1200" b="1" dirty="0"/>
              <a:t>세기 프랑크족의 계속된 침략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en-US" altLang="ko-KR" sz="1200" b="1" dirty="0"/>
              <a:t>724</a:t>
            </a:r>
            <a:r>
              <a:rPr lang="ko-KR" altLang="en-US" sz="1200" b="1" dirty="0"/>
              <a:t>년 아랍인들의 침략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ko-KR" altLang="en-US" sz="1200" b="1" dirty="0"/>
              <a:t>백년전쟁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en-US" altLang="ko-KR" sz="1200" b="1" dirty="0"/>
              <a:t>1355</a:t>
            </a:r>
            <a:r>
              <a:rPr lang="ko-KR" altLang="en-US" sz="1200" b="1" dirty="0"/>
              <a:t>년 </a:t>
            </a:r>
            <a:r>
              <a:rPr lang="ko-KR" altLang="en-US" sz="1200" b="1" dirty="0" err="1"/>
              <a:t>흑태자</a:t>
            </a:r>
            <a:r>
              <a:rPr lang="ko-KR" altLang="en-US" sz="1200" b="1" dirty="0"/>
              <a:t> 에드워드의 습격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en-US" altLang="ko-KR" sz="1200" b="1" dirty="0"/>
              <a:t>1575</a:t>
            </a:r>
            <a:r>
              <a:rPr lang="ko-KR" altLang="en-US" sz="1200" b="1" dirty="0"/>
              <a:t>년</a:t>
            </a:r>
            <a:r>
              <a:rPr lang="en-US" altLang="ko-KR" sz="1200" b="1" dirty="0"/>
              <a:t>, 1585</a:t>
            </a:r>
            <a:r>
              <a:rPr lang="ko-KR" altLang="en-US" sz="1200" b="1" dirty="0"/>
              <a:t>년 위그노 교도 습격</a:t>
            </a:r>
            <a:endParaRPr lang="en-US" altLang="ko-KR" sz="1200" b="1" dirty="0"/>
          </a:p>
          <a:p>
            <a:pPr marL="171450" indent="-171450">
              <a:buFontTx/>
              <a:buChar char="-"/>
            </a:pPr>
            <a:r>
              <a:rPr lang="en-US" altLang="ko-KR" sz="1200" b="1" dirty="0"/>
              <a:t>…</a:t>
            </a:r>
          </a:p>
          <a:p>
            <a:pPr marL="171450" indent="-171450">
              <a:buFontTx/>
              <a:buChar char="-"/>
            </a:pPr>
            <a:r>
              <a:rPr lang="en-US" altLang="ko-KR" sz="1200" b="1" dirty="0"/>
              <a:t>…</a:t>
            </a:r>
            <a:endParaRPr lang="ko-KR" alt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233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1CE14-1F8D-4F0F-A216-E5E1BCD93CF1}"/>
              </a:ext>
            </a:extLst>
          </p:cNvPr>
          <p:cNvSpPr txBox="1"/>
          <p:nvPr/>
        </p:nvSpPr>
        <p:spPr>
          <a:xfrm>
            <a:off x="2066659" y="2359025"/>
            <a:ext cx="7893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한 번도 점령되지 않은</a:t>
            </a:r>
            <a:endParaRPr lang="en-US" altLang="ko-KR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ko-KR" altLang="en-US" sz="5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27E10-B4D9-414B-8A74-0B8024613A82}"/>
              </a:ext>
            </a:extLst>
          </p:cNvPr>
          <p:cNvSpPr txBox="1"/>
          <p:nvPr/>
        </p:nvSpPr>
        <p:spPr>
          <a:xfrm>
            <a:off x="1975778" y="3484548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난공불락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 요새</a:t>
            </a:r>
            <a:endParaRPr lang="ko-KR" altLang="en-US" sz="5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997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스크린샷, 하얀색이(가) 표시된 사진&#10;&#10;자동 생성된 설명">
            <a:extLst>
              <a:ext uri="{FF2B5EF4-FFF2-40B4-BE49-F238E27FC236}">
                <a16:creationId xmlns:a16="http://schemas.microsoft.com/office/drawing/2014/main" id="{18CC3B8D-61CA-46DA-8358-745C86A2A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8284"/>
            <a:ext cx="12192000" cy="37814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5E86AB-5B5A-4CD4-AAC8-A755DE5BEF5E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</p:spTree>
    <p:extLst>
      <p:ext uri="{BB962C8B-B14F-4D97-AF65-F5344CB8AC3E}">
        <p14:creationId xmlns:p14="http://schemas.microsoft.com/office/powerpoint/2010/main" val="205500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B9749153-C8F1-4C36-8FEF-D39162606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3351"/>
            <a:ext cx="12192000" cy="383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1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1CE14-1F8D-4F0F-A216-E5E1BCD93CF1}"/>
              </a:ext>
            </a:extLst>
          </p:cNvPr>
          <p:cNvSpPr txBox="1"/>
          <p:nvPr/>
        </p:nvSpPr>
        <p:spPr>
          <a:xfrm>
            <a:off x="1965904" y="2350636"/>
            <a:ext cx="8260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주기적으로 쳐들어오는 </a:t>
            </a:r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27E10-B4D9-414B-8A74-0B8024613A82}"/>
              </a:ext>
            </a:extLst>
          </p:cNvPr>
          <p:cNvSpPr txBox="1"/>
          <p:nvPr/>
        </p:nvSpPr>
        <p:spPr>
          <a:xfrm>
            <a:off x="1501013" y="3584035"/>
            <a:ext cx="918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 유저가 </a:t>
            </a:r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협력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을 통해 방어</a:t>
            </a:r>
          </a:p>
        </p:txBody>
      </p:sp>
    </p:spTree>
    <p:extLst>
      <p:ext uri="{BB962C8B-B14F-4D97-AF65-F5344CB8AC3E}">
        <p14:creationId xmlns:p14="http://schemas.microsoft.com/office/powerpoint/2010/main" val="326308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7" name="그림 6" descr="스크린샷, 걸린, 화면, 컴퓨터이(가) 표시된 사진&#10;&#10;자동 생성된 설명">
            <a:extLst>
              <a:ext uri="{FF2B5EF4-FFF2-40B4-BE49-F238E27FC236}">
                <a16:creationId xmlns:a16="http://schemas.microsoft.com/office/drawing/2014/main" id="{49BEA1BD-A87F-4624-AE7D-00C45BF3B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7507"/>
            <a:ext cx="12192000" cy="38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8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1CE14-1F8D-4F0F-A216-E5E1BCD93CF1}"/>
              </a:ext>
            </a:extLst>
          </p:cNvPr>
          <p:cNvSpPr txBox="1"/>
          <p:nvPr/>
        </p:nvSpPr>
        <p:spPr>
          <a:xfrm>
            <a:off x="1965904" y="2350636"/>
            <a:ext cx="8260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주기적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으로 쳐들어오는 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27E10-B4D9-414B-8A74-0B8024613A82}"/>
              </a:ext>
            </a:extLst>
          </p:cNvPr>
          <p:cNvSpPr txBox="1"/>
          <p:nvPr/>
        </p:nvSpPr>
        <p:spPr>
          <a:xfrm>
            <a:off x="1501013" y="3584035"/>
            <a:ext cx="918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 유저가 협력을 통해 방어</a:t>
            </a:r>
          </a:p>
        </p:txBody>
      </p:sp>
    </p:spTree>
    <p:extLst>
      <p:ext uri="{BB962C8B-B14F-4D97-AF65-F5344CB8AC3E}">
        <p14:creationId xmlns:p14="http://schemas.microsoft.com/office/powerpoint/2010/main" val="62680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337FBA76-AD6D-475F-ADED-DCB79D48B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533" y="1942892"/>
            <a:ext cx="4391638" cy="29722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C3983C-B5A1-4842-8962-3C470462F907}"/>
              </a:ext>
            </a:extLst>
          </p:cNvPr>
          <p:cNvSpPr txBox="1"/>
          <p:nvPr/>
        </p:nvSpPr>
        <p:spPr>
          <a:xfrm>
            <a:off x="6096000" y="2731457"/>
            <a:ext cx="4826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적의 침공 </a:t>
            </a:r>
            <a:r>
              <a:rPr lang="en-US" altLang="ko-KR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en-US" altLang="ko-KR" sz="4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r>
              <a:rPr lang="ko-KR" altLang="en-US" sz="4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번</a:t>
            </a:r>
            <a:endParaRPr lang="ko-KR" alt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BCCD1-1062-46C6-95A4-06145AC87679}"/>
              </a:ext>
            </a:extLst>
          </p:cNvPr>
          <p:cNvSpPr txBox="1"/>
          <p:nvPr/>
        </p:nvSpPr>
        <p:spPr>
          <a:xfrm>
            <a:off x="6096000" y="3580143"/>
            <a:ext cx="5304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실제 </a:t>
            </a:r>
            <a:r>
              <a:rPr lang="ko-KR" altLang="en-US" sz="15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카르카손을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침략했던 전쟁 중 가장 치열했던 전쟁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50981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1CE14-1F8D-4F0F-A216-E5E1BCD93CF1}"/>
              </a:ext>
            </a:extLst>
          </p:cNvPr>
          <p:cNvSpPr txBox="1"/>
          <p:nvPr/>
        </p:nvSpPr>
        <p:spPr>
          <a:xfrm>
            <a:off x="1965904" y="2350636"/>
            <a:ext cx="8260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주기적으로 쳐들어오는 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27E10-B4D9-414B-8A74-0B8024613A82}"/>
              </a:ext>
            </a:extLst>
          </p:cNvPr>
          <p:cNvSpPr txBox="1"/>
          <p:nvPr/>
        </p:nvSpPr>
        <p:spPr>
          <a:xfrm>
            <a:off x="1501013" y="3584035"/>
            <a:ext cx="918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인 유저가 협력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을 통해 방어</a:t>
            </a:r>
          </a:p>
        </p:txBody>
      </p:sp>
    </p:spTree>
    <p:extLst>
      <p:ext uri="{BB962C8B-B14F-4D97-AF65-F5344CB8AC3E}">
        <p14:creationId xmlns:p14="http://schemas.microsoft.com/office/powerpoint/2010/main" val="2012197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5B5D60BE-FBDA-41C6-B4AC-652DD02FE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01" y="1928603"/>
            <a:ext cx="4877481" cy="30007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DF602C-45B2-4C29-845A-7F1E814B3A8E}"/>
              </a:ext>
            </a:extLst>
          </p:cNvPr>
          <p:cNvSpPr txBox="1"/>
          <p:nvPr/>
        </p:nvSpPr>
        <p:spPr>
          <a:xfrm>
            <a:off x="6233715" y="2334985"/>
            <a:ext cx="482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침공마다 </a:t>
            </a:r>
            <a:r>
              <a:rPr lang="ko-KR" altLang="en-US" sz="2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방어점수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 있어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5A776-C2E8-439A-86E0-AE4261B63430}"/>
              </a:ext>
            </a:extLst>
          </p:cNvPr>
          <p:cNvSpPr txBox="1"/>
          <p:nvPr/>
        </p:nvSpPr>
        <p:spPr>
          <a:xfrm>
            <a:off x="6233715" y="2813561"/>
            <a:ext cx="53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침공 전까지 최대한 점수를 쌓는다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316255-5654-48C0-92A7-84D33FA9AF35}"/>
              </a:ext>
            </a:extLst>
          </p:cNvPr>
          <p:cNvSpPr txBox="1"/>
          <p:nvPr/>
        </p:nvSpPr>
        <p:spPr>
          <a:xfrm>
            <a:off x="6233716" y="3724690"/>
            <a:ext cx="5494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</a:t>
            </a:r>
            <a:r>
              <a:rPr lang="ko-KR" altLang="en-US" sz="2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방어점수 이상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이면 </a:t>
            </a:r>
            <a:r>
              <a:rPr lang="ko-KR" altLang="en-US" sz="2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다음 침공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으로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91264-11F1-47E4-90D5-64EEBDF9283B}"/>
              </a:ext>
            </a:extLst>
          </p:cNvPr>
          <p:cNvSpPr txBox="1"/>
          <p:nvPr/>
        </p:nvSpPr>
        <p:spPr>
          <a:xfrm>
            <a:off x="6233716" y="4203266"/>
            <a:ext cx="530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방어점수 미만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이면 </a:t>
            </a:r>
            <a:r>
              <a:rPr lang="ko-KR" altLang="en-US" sz="2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게임 오버</a:t>
            </a:r>
          </a:p>
        </p:txBody>
      </p:sp>
    </p:spTree>
    <p:extLst>
      <p:ext uri="{BB962C8B-B14F-4D97-AF65-F5344CB8AC3E}">
        <p14:creationId xmlns:p14="http://schemas.microsoft.com/office/powerpoint/2010/main" val="77091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7" name="그림 6" descr="스크린샷, 걸린, 화면, 컴퓨터이(가) 표시된 사진&#10;&#10;자동 생성된 설명">
            <a:extLst>
              <a:ext uri="{FF2B5EF4-FFF2-40B4-BE49-F238E27FC236}">
                <a16:creationId xmlns:a16="http://schemas.microsoft.com/office/drawing/2014/main" id="{49BEA1BD-A87F-4624-AE7D-00C45BF3B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7507"/>
            <a:ext cx="12192000" cy="38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2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7" name="그림 6" descr="스크린샷, 시계, 방이(가) 표시된 사진&#10;&#10;자동 생성된 설명">
            <a:extLst>
              <a:ext uri="{FF2B5EF4-FFF2-40B4-BE49-F238E27FC236}">
                <a16:creationId xmlns:a16="http://schemas.microsoft.com/office/drawing/2014/main" id="{AA4A42D7-6632-4DC2-A980-3DD802907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0504"/>
            <a:ext cx="12192000" cy="38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88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7" name="그림 6" descr="스크린샷이(가) 표시된 사진&#10;&#10;자동 생성된 설명">
            <a:extLst>
              <a:ext uri="{FF2B5EF4-FFF2-40B4-BE49-F238E27FC236}">
                <a16:creationId xmlns:a16="http://schemas.microsoft.com/office/drawing/2014/main" id="{4AF5F8F2-0257-4C7D-9228-CA0C556BE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196"/>
            <a:ext cx="12192000" cy="383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09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강화</a:t>
            </a:r>
          </a:p>
        </p:txBody>
      </p:sp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5BE9BE76-CF50-4354-BB74-7C18C23E0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588"/>
            <a:ext cx="12192000" cy="38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6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5B97E7-F482-4D84-A420-CE8E82E34BC8}"/>
              </a:ext>
            </a:extLst>
          </p:cNvPr>
          <p:cNvSpPr txBox="1"/>
          <p:nvPr/>
        </p:nvSpPr>
        <p:spPr>
          <a:xfrm>
            <a:off x="2149151" y="3767521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로 포팅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01551" y="2015077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대 요소 중 스토리 강화</a:t>
            </a:r>
            <a:endParaRPr lang="ko-KR" altLang="en-US" sz="5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2676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</a:t>
            </a:r>
          </a:p>
        </p:txBody>
      </p:sp>
      <p:pic>
        <p:nvPicPr>
          <p:cNvPr id="9" name="그림 8" descr="스크린샷, 시계이(가) 표시된 사진&#10;&#10;자동 생성된 설명">
            <a:extLst>
              <a:ext uri="{FF2B5EF4-FFF2-40B4-BE49-F238E27FC236}">
                <a16:creationId xmlns:a16="http://schemas.microsoft.com/office/drawing/2014/main" id="{F7EEEBC3-D512-4A43-A417-6D833C3EB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7368"/>
            <a:ext cx="12192000" cy="376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65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7C99D-7575-4844-9668-9DBF23EC2879}"/>
              </a:ext>
            </a:extLst>
          </p:cNvPr>
          <p:cNvSpPr txBox="1"/>
          <p:nvPr/>
        </p:nvSpPr>
        <p:spPr>
          <a:xfrm>
            <a:off x="1965904" y="2350636"/>
            <a:ext cx="8260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한 </a:t>
            </a:r>
            <a:r>
              <a:rPr lang="ko-KR" altLang="en-US" sz="5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발씩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다가오는 적</a:t>
            </a:r>
            <a:endParaRPr lang="ko-KR" altLang="en-US" sz="5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6204B-21AD-4FC3-8813-A5E4479D25D0}"/>
              </a:ext>
            </a:extLst>
          </p:cNvPr>
          <p:cNvSpPr txBox="1"/>
          <p:nvPr/>
        </p:nvSpPr>
        <p:spPr>
          <a:xfrm>
            <a:off x="1501013" y="3584035"/>
            <a:ext cx="918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침공할 때의 처절함</a:t>
            </a:r>
          </a:p>
        </p:txBody>
      </p:sp>
    </p:spTree>
    <p:extLst>
      <p:ext uri="{BB962C8B-B14F-4D97-AF65-F5344CB8AC3E}">
        <p14:creationId xmlns:p14="http://schemas.microsoft.com/office/powerpoint/2010/main" val="3251174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</a:t>
            </a:r>
          </a:p>
        </p:txBody>
      </p:sp>
      <p:pic>
        <p:nvPicPr>
          <p:cNvPr id="3" name="그림 2" descr="스크린샷, 컴퓨터, 시계이(가) 표시된 사진&#10;&#10;자동 생성된 설명">
            <a:extLst>
              <a:ext uri="{FF2B5EF4-FFF2-40B4-BE49-F238E27FC236}">
                <a16:creationId xmlns:a16="http://schemas.microsoft.com/office/drawing/2014/main" id="{1DD620A9-1862-4E18-8F2D-14ED11CB4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7368"/>
            <a:ext cx="12192000" cy="376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11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72B084-7206-447E-935E-96DEAC41D52F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E2E5873-8395-4822-9FD8-E13181D9C7C9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CD833-08DF-40BD-B351-24BB182DB4A0}"/>
              </a:ext>
            </a:extLst>
          </p:cNvPr>
          <p:cNvSpPr txBox="1"/>
          <p:nvPr/>
        </p:nvSpPr>
        <p:spPr>
          <a:xfrm>
            <a:off x="234892" y="829174"/>
            <a:ext cx="224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모바일 기기</a:t>
            </a: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4524CAF3-7FC4-4ED3-BCD1-602DA7DEC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4246"/>
            <a:ext cx="12192000" cy="374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11B6A9-0264-47EA-BD47-B60610E0C8F5}"/>
              </a:ext>
            </a:extLst>
          </p:cNvPr>
          <p:cNvSpPr txBox="1"/>
          <p:nvPr/>
        </p:nvSpPr>
        <p:spPr>
          <a:xfrm>
            <a:off x="1880543" y="2653423"/>
            <a:ext cx="8430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QnA</a:t>
            </a:r>
            <a:endParaRPr lang="ko-KR" altLang="en-US" sz="6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3E02D-89F5-43BD-A642-C946596A0523}"/>
              </a:ext>
            </a:extLst>
          </p:cNvPr>
          <p:cNvSpPr txBox="1"/>
          <p:nvPr/>
        </p:nvSpPr>
        <p:spPr>
          <a:xfrm>
            <a:off x="124459" y="121288"/>
            <a:ext cx="175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BD95A1-21B2-49C8-B69D-DEFB13E2D5BB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252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B3E02D-89F5-43BD-A642-C946596A0523}"/>
              </a:ext>
            </a:extLst>
          </p:cNvPr>
          <p:cNvSpPr txBox="1"/>
          <p:nvPr/>
        </p:nvSpPr>
        <p:spPr>
          <a:xfrm>
            <a:off x="124459" y="121288"/>
            <a:ext cx="35165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r>
              <a:rPr lang="ko-KR" altLang="en-US" sz="3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마인드맵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BD95A1-21B2-49C8-B69D-DEFB13E2D5BB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767" y="906088"/>
            <a:ext cx="780288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13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B3E02D-89F5-43BD-A642-C946596A0523}"/>
              </a:ext>
            </a:extLst>
          </p:cNvPr>
          <p:cNvSpPr txBox="1"/>
          <p:nvPr/>
        </p:nvSpPr>
        <p:spPr>
          <a:xfrm>
            <a:off x="124459" y="121288"/>
            <a:ext cx="4065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카르카손</a:t>
            </a:r>
            <a:r>
              <a:rPr lang="ko-KR" altLang="en-US" sz="3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한 장 기획서</a:t>
            </a:r>
            <a:endParaRPr lang="ko-KR" alt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BD95A1-21B2-49C8-B69D-DEFB13E2D5BB}"/>
              </a:ext>
            </a:extLst>
          </p:cNvPr>
          <p:cNvCxnSpPr/>
          <p:nvPr/>
        </p:nvCxnSpPr>
        <p:spPr>
          <a:xfrm>
            <a:off x="234892" y="675286"/>
            <a:ext cx="54025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780" y="976744"/>
            <a:ext cx="7387244" cy="554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67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FC7814F9FBD494B8D3FE20B26C8A541" ma:contentTypeVersion="2" ma:contentTypeDescription="새 문서를 만듭니다." ma:contentTypeScope="" ma:versionID="69b15b4e78c5876fe1526489c71b159d">
  <xsd:schema xmlns:xsd="http://www.w3.org/2001/XMLSchema" xmlns:xs="http://www.w3.org/2001/XMLSchema" xmlns:p="http://schemas.microsoft.com/office/2006/metadata/properties" xmlns:ns2="07018207-53d7-4e6d-948e-6f47d4e6ff9f" targetNamespace="http://schemas.microsoft.com/office/2006/metadata/properties" ma:root="true" ma:fieldsID="05f631eb455d121c292f4100d14bd0b0" ns2:_="">
    <xsd:import namespace="07018207-53d7-4e6d-948e-6f47d4e6f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18207-53d7-4e6d-948e-6f47d4e6f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626E4B-7036-4240-A265-EF5C657C9994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07018207-53d7-4e6d-948e-6f47d4e6ff9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ED26E2-04B7-41A3-8F49-A7B0371417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18207-53d7-4e6d-948e-6f47d4e6ff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0EEDBD-5DDC-4039-BB0B-B147CC5E5D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269</Words>
  <Application>Microsoft Office PowerPoint</Application>
  <PresentationFormat>와이드스크린</PresentationFormat>
  <Paragraphs>88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LimKyungTae</dc:creator>
  <cp:lastModifiedBy>User</cp:lastModifiedBy>
  <cp:revision>27</cp:revision>
  <dcterms:created xsi:type="dcterms:W3CDTF">2020-06-02T07:06:58Z</dcterms:created>
  <dcterms:modified xsi:type="dcterms:W3CDTF">2020-06-06T00:48:35Z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0x010100FFC7814F9FBD494B8D3FE20B26C8A541</vt:lpwstr>
  </property>
</Properties>
</file>