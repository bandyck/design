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6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284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36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02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993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024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78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54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93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4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09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2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6DFF0-FC56-491F-ADBB-467B1249CE05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495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2020-07-25T03:46:25Z</dcterms:created>
  <dcterms:modified xsi:type="dcterms:W3CDTF">2020-07-25T03:47:00Z</dcterms:modified>
</cp:coreProperties>
</file>