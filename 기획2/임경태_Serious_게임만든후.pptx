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8" r:id="rId4"/>
    <p:sldId id="281" r:id="rId5"/>
    <p:sldId id="279" r:id="rId6"/>
    <p:sldId id="282" r:id="rId7"/>
    <p:sldId id="283" r:id="rId8"/>
    <p:sldId id="284" r:id="rId9"/>
    <p:sldId id="285" r:id="rId10"/>
    <p:sldId id="286" r:id="rId11"/>
    <p:sldId id="280" r:id="rId12"/>
    <p:sldId id="289" r:id="rId13"/>
    <p:sldId id="290" r:id="rId14"/>
    <p:sldId id="291" r:id="rId15"/>
    <p:sldId id="288" r:id="rId16"/>
    <p:sldId id="292" r:id="rId17"/>
    <p:sldId id="293" r:id="rId18"/>
    <p:sldId id="294" r:id="rId19"/>
    <p:sldId id="304" r:id="rId20"/>
    <p:sldId id="305" r:id="rId21"/>
    <p:sldId id="295" r:id="rId22"/>
    <p:sldId id="306" r:id="rId23"/>
    <p:sldId id="307" r:id="rId24"/>
    <p:sldId id="308" r:id="rId25"/>
    <p:sldId id="309" r:id="rId26"/>
    <p:sldId id="310" r:id="rId27"/>
    <p:sldId id="311" r:id="rId28"/>
    <p:sldId id="297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39DDF-D2FE-4D6F-886E-C5C1F9F72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1C95E9-58DA-4D5E-87AB-14BD3251E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3C2EC1-7406-4D1E-8ECC-CFF871DC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6F-5842-40B4-BE71-F6714BF914A7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5FAEA8-A34F-40B1-BE21-428602BE8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DBD2C7-CB6D-4286-BEE5-6E22F36E2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B427-6984-4F88-87DA-89E68B13F5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211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951E0C-5CAF-4378-95B4-593E382E1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742F05-483C-409F-8BE5-518953080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71A01D-62DC-435B-AEBA-CDA87B8B0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6F-5842-40B4-BE71-F6714BF914A7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35C142-E487-4642-906B-FC6D495AD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59168F-CC11-4E78-BA83-AD3C169D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B427-6984-4F88-87DA-89E68B13F5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893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6CF9C-B920-4030-8ABA-D582F66C5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6405E2-657D-4678-BAC1-4B1088E4F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48B4CF-A795-4626-B822-53426A4BE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6F-5842-40B4-BE71-F6714BF914A7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9B3C0F-F7C9-4688-82CF-2F53FBA12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3693B8-B56F-4EAD-BA12-BBC074D99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B427-6984-4F88-87DA-89E68B13F5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132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BBA64-4069-4517-A6A0-B3D3D6AC1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3A6001-0765-4E26-AB23-AFAB2E7C2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6CF06B-7C53-47F5-87B4-5EA5D3EC5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DC37BE-6C3C-467C-9C2C-2E34FD300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6F-5842-40B4-BE71-F6714BF914A7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660A9A-1587-4533-A17E-3737465AF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396AE-E752-43DE-9394-7D634EDC9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B427-6984-4F88-87DA-89E68B13F5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704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DC8163-4A75-49F8-96BC-806499583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C7960A-7BFC-497F-B9C9-66EE915C3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A89545-6229-485D-A517-F956DB9AD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2164A5D-7273-4E1D-B4B6-DEB8A5543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F4786CA-D540-4CF2-86B7-C912931E84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43785E6-DD54-4764-8BA4-12DD6AB61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6F-5842-40B4-BE71-F6714BF914A7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B25FCD6-61C3-417D-BB55-1C6681337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FCC8D3A-E3AD-414A-AD2E-A0C45C3F9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B427-6984-4F88-87DA-89E68B13F5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262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36B0C4-D8D3-4E6F-89E3-94741CA68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3A28B44-304E-4392-A978-6F3AFF002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6F-5842-40B4-BE71-F6714BF914A7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A9BC73-5D30-4AFC-8BF5-9436A8340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9DF4091-2D59-42D3-AE33-F47177C54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B427-6984-4F88-87DA-89E68B13F5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917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4A6630-2FDB-4C07-BFBE-AA0D4003B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6F-5842-40B4-BE71-F6714BF914A7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8887936-FFD4-4979-933B-853BB3C04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F70E09-3C9D-42D8-98D8-B5BAA350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B427-6984-4F88-87DA-89E68B13F5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775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BEF52-9FE5-4137-B973-05AF1E04E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BFB915-837E-49DD-ACE3-8126F32B1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B0AF02-8330-4C27-94BE-9B3366539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E69364-5737-4E64-8AB7-12CAFEDBE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6F-5842-40B4-BE71-F6714BF914A7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78FA64-56C1-4EB4-B79F-DF3662C58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856B3C-78B6-4002-925E-7B4BB6CB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B427-6984-4F88-87DA-89E68B13F5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505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A65372-0B3C-4068-A8B3-4A50F00B5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74AF3B2-D27E-45AE-956D-DC21CD1D27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419F16-09A1-4BBD-A587-0CDEFB096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182BD0-E253-4388-9376-3D7D70E81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6F-5842-40B4-BE71-F6714BF914A7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6A9A37-499E-48F0-B1D9-3F2D32677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0DBDB6-DE62-4A83-A713-FD4CE23B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B427-6984-4F88-87DA-89E68B13F5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977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055D38-2082-4432-90AC-67E68B8AD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74414E-1B47-4B8E-86D2-E3D416E89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0A0E7C-2E30-4DB9-BAC7-2323899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6F-5842-40B4-BE71-F6714BF914A7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DFC7D3-48AF-4E40-82BE-FDEBD350B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D09B1F-6A89-45DD-BFED-ACE92EE98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B427-6984-4F88-87DA-89E68B13F5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824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F05BBD8-65E6-45D8-834A-4B1691A64C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E1281E-00E9-4A66-AF13-490D5ABEB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25F6A8-3D9A-4686-BD96-8F6B385D0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6F-5842-40B4-BE71-F6714BF914A7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777D25-EA8E-418C-8237-3C3B2A712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5DAB8B-7BB0-4C59-82BE-207ECDC94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B427-6984-4F88-87DA-89E68B13F5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252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B897B43-75AF-4FB5-AFED-DD65985BD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61BA2A-B4A2-4EA5-BFFD-A7E11D916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826888-11DA-4385-9935-2A343A009D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AF26F-5842-40B4-BE71-F6714BF914A7}" type="datetimeFigureOut">
              <a:rPr lang="ko-KR" altLang="en-US" smtClean="0"/>
              <a:t>2020-06-09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9FD0CB-F4C2-4593-9288-87A36698A2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7025E2-1320-407A-BFAC-A65E25BCA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0B427-6984-4F88-87DA-89E68B13F5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256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F67BD1D0-7D39-49B4-A889-7498C5520B3B}"/>
              </a:ext>
            </a:extLst>
          </p:cNvPr>
          <p:cNvSpPr txBox="1"/>
          <p:nvPr/>
        </p:nvSpPr>
        <p:spPr>
          <a:xfrm>
            <a:off x="7677538" y="5647223"/>
            <a:ext cx="21895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발표자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8BDD0B-5000-4641-BA55-E2CC9D415942}"/>
              </a:ext>
            </a:extLst>
          </p:cNvPr>
          <p:cNvSpPr txBox="1"/>
          <p:nvPr/>
        </p:nvSpPr>
        <p:spPr>
          <a:xfrm>
            <a:off x="9867122" y="5749859"/>
            <a:ext cx="2189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임경태</a:t>
            </a:r>
            <a:endParaRPr lang="ko-KR" altLang="en-US" sz="4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D11B6A9-0264-47EA-BD47-B60610E0C8F5}"/>
              </a:ext>
            </a:extLst>
          </p:cNvPr>
          <p:cNvSpPr txBox="1"/>
          <p:nvPr/>
        </p:nvSpPr>
        <p:spPr>
          <a:xfrm>
            <a:off x="1880543" y="2144039"/>
            <a:ext cx="84309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</a:t>
            </a:r>
            <a:endParaRPr lang="ko-KR" altLang="en-US" sz="1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83605C1-4369-4076-A338-BFC48CCB4C0D}"/>
              </a:ext>
            </a:extLst>
          </p:cNvPr>
          <p:cNvCxnSpPr/>
          <p:nvPr/>
        </p:nvCxnSpPr>
        <p:spPr>
          <a:xfrm>
            <a:off x="9800010" y="5802082"/>
            <a:ext cx="0" cy="5418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40666" y="178299"/>
            <a:ext cx="1802095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410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4C19A2-A7B5-4C08-89AB-7C51BD36FE89}"/>
              </a:ext>
            </a:extLst>
          </p:cNvPr>
          <p:cNvSpPr/>
          <p:nvPr/>
        </p:nvSpPr>
        <p:spPr>
          <a:xfrm>
            <a:off x="4541034" y="2967335"/>
            <a:ext cx="295465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초등학교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C3E496E-F325-4684-BA64-5B5F47D612B9}"/>
              </a:ext>
            </a:extLst>
          </p:cNvPr>
          <p:cNvSpPr/>
          <p:nvPr/>
        </p:nvSpPr>
        <p:spPr>
          <a:xfrm>
            <a:off x="2887429" y="4180515"/>
            <a:ext cx="641714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수학 문제 풀이 게임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A1D7002-C678-4E0F-86B6-B0781D9BA77D}"/>
              </a:ext>
            </a:extLst>
          </p:cNvPr>
          <p:cNvSpPr/>
          <p:nvPr/>
        </p:nvSpPr>
        <p:spPr>
          <a:xfrm>
            <a:off x="4180359" y="1754155"/>
            <a:ext cx="367600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5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5329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8C475D94-D62A-4FAE-8A5C-FDBB435BA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50" y="1343025"/>
            <a:ext cx="552450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160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8C475D94-D62A-4FAE-8A5C-FDBB435BA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50" y="1343025"/>
            <a:ext cx="5524500" cy="417195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ACE99FA-D459-481F-AF40-CA4D8A829AB0}"/>
              </a:ext>
            </a:extLst>
          </p:cNvPr>
          <p:cNvSpPr/>
          <p:nvPr/>
        </p:nvSpPr>
        <p:spPr>
          <a:xfrm>
            <a:off x="3333750" y="2013358"/>
            <a:ext cx="1372474" cy="864065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898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텍스트, 지도이(가) 표시된 사진&#10;&#10;자동 생성된 설명">
            <a:extLst>
              <a:ext uri="{FF2B5EF4-FFF2-40B4-BE49-F238E27FC236}">
                <a16:creationId xmlns:a16="http://schemas.microsoft.com/office/drawing/2014/main" id="{68D66EB8-1A7E-4353-9390-F70947BC8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793" y="253950"/>
            <a:ext cx="4528754" cy="635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15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4C19A2-A7B5-4C08-89AB-7C51BD36FE89}"/>
              </a:ext>
            </a:extLst>
          </p:cNvPr>
          <p:cNvSpPr/>
          <p:nvPr/>
        </p:nvSpPr>
        <p:spPr>
          <a:xfrm>
            <a:off x="5157281" y="3983967"/>
            <a:ext cx="187743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6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사냥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A1D7002-C678-4E0F-86B6-B0781D9BA77D}"/>
              </a:ext>
            </a:extLst>
          </p:cNvPr>
          <p:cNvSpPr/>
          <p:nvPr/>
        </p:nvSpPr>
        <p:spPr>
          <a:xfrm>
            <a:off x="3746639" y="1763941"/>
            <a:ext cx="469872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6600" dirty="0">
                <a:latin typeface="HY견고딕" panose="02030600000101010101" pitchFamily="18" charset="-127"/>
                <a:ea typeface="HY견고딕" panose="02030600000101010101" pitchFamily="18" charset="-127"/>
              </a:rPr>
              <a:t>마법 배우기</a:t>
            </a:r>
          </a:p>
        </p:txBody>
      </p:sp>
    </p:spTree>
    <p:extLst>
      <p:ext uri="{BB962C8B-B14F-4D97-AF65-F5344CB8AC3E}">
        <p14:creationId xmlns:p14="http://schemas.microsoft.com/office/powerpoint/2010/main" val="2899205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4C19A2-A7B5-4C08-89AB-7C51BD36FE89}"/>
              </a:ext>
            </a:extLst>
          </p:cNvPr>
          <p:cNvSpPr/>
          <p:nvPr/>
        </p:nvSpPr>
        <p:spPr>
          <a:xfrm>
            <a:off x="5157281" y="3983967"/>
            <a:ext cx="187743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6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사냥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A1D7002-C678-4E0F-86B6-B0781D9BA77D}"/>
              </a:ext>
            </a:extLst>
          </p:cNvPr>
          <p:cNvSpPr/>
          <p:nvPr/>
        </p:nvSpPr>
        <p:spPr>
          <a:xfrm>
            <a:off x="3746639" y="1763941"/>
            <a:ext cx="469872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6600" u="sng" dirty="0">
                <a:latin typeface="HY견고딕" panose="02030600000101010101" pitchFamily="18" charset="-127"/>
                <a:ea typeface="HY견고딕" panose="02030600000101010101" pitchFamily="18" charset="-127"/>
              </a:rPr>
              <a:t>마법 배우기</a:t>
            </a:r>
          </a:p>
        </p:txBody>
      </p:sp>
    </p:spTree>
    <p:extLst>
      <p:ext uri="{BB962C8B-B14F-4D97-AF65-F5344CB8AC3E}">
        <p14:creationId xmlns:p14="http://schemas.microsoft.com/office/powerpoint/2010/main" val="3341525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BCDC6669-7E3F-4E9E-8CDD-20E5DB3CF798}"/>
              </a:ext>
            </a:extLst>
          </p:cNvPr>
          <p:cNvSpPr/>
          <p:nvPr/>
        </p:nvSpPr>
        <p:spPr>
          <a:xfrm>
            <a:off x="748020" y="2551837"/>
            <a:ext cx="1069595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수학이 </a:t>
            </a:r>
            <a:r>
              <a:rPr lang="en-US" altLang="ko-KR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‘</a:t>
            </a:r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마법</a:t>
            </a:r>
            <a:r>
              <a:rPr lang="en-US" altLang="ko-KR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’</a:t>
            </a:r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이 되는 이세계에 현실 세계의 학생이 떨어진다면</a:t>
            </a:r>
            <a:r>
              <a:rPr lang="en-US" altLang="ko-KR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?</a:t>
            </a:r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00318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7A06B4D2-B4B6-49AF-9429-9D43034E6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277" y="833234"/>
            <a:ext cx="3362794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6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7A06B4D2-B4B6-49AF-9429-9D43034E6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277" y="833234"/>
            <a:ext cx="3362794" cy="5820587"/>
          </a:xfrm>
          <a:prstGeom prst="rect">
            <a:avLst/>
          </a:prstGeom>
        </p:spPr>
      </p:pic>
      <p:pic>
        <p:nvPicPr>
          <p:cNvPr id="5" name="그림 4" descr="캐비닛이(가) 표시된 사진&#10;&#10;자동 생성된 설명">
            <a:extLst>
              <a:ext uri="{FF2B5EF4-FFF2-40B4-BE49-F238E27FC236}">
                <a16:creationId xmlns:a16="http://schemas.microsoft.com/office/drawing/2014/main" id="{4E81A587-F0C5-4097-8268-FA5CBA2B1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930" y="833234"/>
            <a:ext cx="2988727" cy="582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1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스크린샷, 모니터이(가) 표시된 사진&#10;&#10;자동 생성된 설명">
            <a:extLst>
              <a:ext uri="{FF2B5EF4-FFF2-40B4-BE49-F238E27FC236}">
                <a16:creationId xmlns:a16="http://schemas.microsoft.com/office/drawing/2014/main" id="{A717FCE6-EB9E-440C-A9DA-66B2F858C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204" y="1276049"/>
            <a:ext cx="8173591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095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스크린샷, 모니터이(가) 표시된 사진&#10;&#10;자동 생성된 설명">
            <a:extLst>
              <a:ext uri="{FF2B5EF4-FFF2-40B4-BE49-F238E27FC236}">
                <a16:creationId xmlns:a16="http://schemas.microsoft.com/office/drawing/2014/main" id="{A717FCE6-EB9E-440C-A9DA-66B2F858C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204" y="1276049"/>
            <a:ext cx="8173591" cy="4305901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6BB2E7D5-9EAE-4962-83AB-4CA766797A86}"/>
              </a:ext>
            </a:extLst>
          </p:cNvPr>
          <p:cNvSpPr/>
          <p:nvPr/>
        </p:nvSpPr>
        <p:spPr>
          <a:xfrm>
            <a:off x="2114026" y="2223083"/>
            <a:ext cx="5511567" cy="1761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699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스크린샷, 모니터이(가) 표시된 사진&#10;&#10;자동 생성된 설명">
            <a:extLst>
              <a:ext uri="{FF2B5EF4-FFF2-40B4-BE49-F238E27FC236}">
                <a16:creationId xmlns:a16="http://schemas.microsoft.com/office/drawing/2014/main" id="{A717FCE6-EB9E-440C-A9DA-66B2F858C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204" y="1276049"/>
            <a:ext cx="8173591" cy="4305901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7703E739-4893-48C9-A59C-317CD48D26C9}"/>
              </a:ext>
            </a:extLst>
          </p:cNvPr>
          <p:cNvSpPr/>
          <p:nvPr/>
        </p:nvSpPr>
        <p:spPr>
          <a:xfrm>
            <a:off x="8556771" y="4555222"/>
            <a:ext cx="1392572" cy="8053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8521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스크린샷, 컴퓨터이(가) 표시된 사진&#10;&#10;자동 생성된 설명">
            <a:extLst>
              <a:ext uri="{FF2B5EF4-FFF2-40B4-BE49-F238E27FC236}">
                <a16:creationId xmlns:a16="http://schemas.microsoft.com/office/drawing/2014/main" id="{959D54B1-F2C6-4640-A128-5BAEA5CA0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441" y="1276049"/>
            <a:ext cx="8183117" cy="4305901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556CD24-362D-4BAA-A986-7104FF47FB96}"/>
              </a:ext>
            </a:extLst>
          </p:cNvPr>
          <p:cNvSpPr/>
          <p:nvPr/>
        </p:nvSpPr>
        <p:spPr>
          <a:xfrm>
            <a:off x="2080470" y="4563611"/>
            <a:ext cx="6459514" cy="8053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762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모니터, 스크린샷, 컴퓨터, 화면이(가) 표시된 사진&#10;&#10;자동 생성된 설명">
            <a:extLst>
              <a:ext uri="{FF2B5EF4-FFF2-40B4-BE49-F238E27FC236}">
                <a16:creationId xmlns:a16="http://schemas.microsoft.com/office/drawing/2014/main" id="{E3FB1A7D-1A96-42D0-8DE9-44A669D24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204" y="1271286"/>
            <a:ext cx="8173591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54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모니터, 스크린샷, 컴퓨터, 화면이(가) 표시된 사진&#10;&#10;자동 생성된 설명">
            <a:extLst>
              <a:ext uri="{FF2B5EF4-FFF2-40B4-BE49-F238E27FC236}">
                <a16:creationId xmlns:a16="http://schemas.microsoft.com/office/drawing/2014/main" id="{E3FB1A7D-1A96-42D0-8DE9-44A669D24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204" y="1271286"/>
            <a:ext cx="8173591" cy="431542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6AB25D4-33EC-40A4-9422-A15133E39A44}"/>
              </a:ext>
            </a:extLst>
          </p:cNvPr>
          <p:cNvSpPr/>
          <p:nvPr/>
        </p:nvSpPr>
        <p:spPr>
          <a:xfrm>
            <a:off x="2105637" y="2197916"/>
            <a:ext cx="4471332" cy="4613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685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4C19A2-A7B5-4C08-89AB-7C51BD36FE89}"/>
              </a:ext>
            </a:extLst>
          </p:cNvPr>
          <p:cNvSpPr/>
          <p:nvPr/>
        </p:nvSpPr>
        <p:spPr>
          <a:xfrm>
            <a:off x="5157281" y="3983967"/>
            <a:ext cx="187743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6600" u="sng" dirty="0">
                <a:latin typeface="HY견고딕" panose="02030600000101010101" pitchFamily="18" charset="-127"/>
                <a:ea typeface="HY견고딕" panose="02030600000101010101" pitchFamily="18" charset="-127"/>
              </a:rPr>
              <a:t>사냥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A1D7002-C678-4E0F-86B6-B0781D9BA77D}"/>
              </a:ext>
            </a:extLst>
          </p:cNvPr>
          <p:cNvSpPr/>
          <p:nvPr/>
        </p:nvSpPr>
        <p:spPr>
          <a:xfrm>
            <a:off x="3746639" y="1763941"/>
            <a:ext cx="469872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6600" dirty="0">
                <a:latin typeface="HY견고딕" panose="02030600000101010101" pitchFamily="18" charset="-127"/>
                <a:ea typeface="HY견고딕" panose="02030600000101010101" pitchFamily="18" charset="-127"/>
              </a:rPr>
              <a:t>마법 배우기</a:t>
            </a:r>
          </a:p>
        </p:txBody>
      </p:sp>
    </p:spTree>
    <p:extLst>
      <p:ext uri="{BB962C8B-B14F-4D97-AF65-F5344CB8AC3E}">
        <p14:creationId xmlns:p14="http://schemas.microsoft.com/office/powerpoint/2010/main" val="1934064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 descr="스크린샷, 모니터, 검은색, 화면이(가) 표시된 사진&#10;&#10;자동 생성된 설명">
            <a:extLst>
              <a:ext uri="{FF2B5EF4-FFF2-40B4-BE49-F238E27FC236}">
                <a16:creationId xmlns:a16="http://schemas.microsoft.com/office/drawing/2014/main" id="{E42832B5-0112-4913-BD83-76D20DABB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441" y="1280812"/>
            <a:ext cx="8183117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39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 descr="스크린샷, 모니터, 검은색, 화면이(가) 표시된 사진&#10;&#10;자동 생성된 설명">
            <a:extLst>
              <a:ext uri="{FF2B5EF4-FFF2-40B4-BE49-F238E27FC236}">
                <a16:creationId xmlns:a16="http://schemas.microsoft.com/office/drawing/2014/main" id="{E42832B5-0112-4913-BD83-76D20DABB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441" y="1280812"/>
            <a:ext cx="8183117" cy="429637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D0789D45-5345-498B-A4E0-36EB9CA32FDF}"/>
              </a:ext>
            </a:extLst>
          </p:cNvPr>
          <p:cNvSpPr/>
          <p:nvPr/>
        </p:nvSpPr>
        <p:spPr>
          <a:xfrm>
            <a:off x="2105637" y="1929468"/>
            <a:ext cx="5570290" cy="24495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11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 descr="스크린샷, 모니터, 검은색, 화면이(가) 표시된 사진&#10;&#10;자동 생성된 설명">
            <a:extLst>
              <a:ext uri="{FF2B5EF4-FFF2-40B4-BE49-F238E27FC236}">
                <a16:creationId xmlns:a16="http://schemas.microsoft.com/office/drawing/2014/main" id="{E42832B5-0112-4913-BD83-76D20DABB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441" y="1280812"/>
            <a:ext cx="8183117" cy="429637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3B6996F-E5A9-42A4-8AEC-BED5EF584559}"/>
              </a:ext>
            </a:extLst>
          </p:cNvPr>
          <p:cNvSpPr/>
          <p:nvPr/>
        </p:nvSpPr>
        <p:spPr>
          <a:xfrm>
            <a:off x="8539993" y="4561802"/>
            <a:ext cx="1392572" cy="8053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56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모니터, 검은색, 시계, 앉아있는이(가) 표시된 사진&#10;&#10;자동 생성된 설명">
            <a:extLst>
              <a:ext uri="{FF2B5EF4-FFF2-40B4-BE49-F238E27FC236}">
                <a16:creationId xmlns:a16="http://schemas.microsoft.com/office/drawing/2014/main" id="{623E9783-C357-4782-B8D4-5D39B2B230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441" y="1280812"/>
            <a:ext cx="8183117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196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모니터, 검은색, 시계, 앉아있는이(가) 표시된 사진&#10;&#10;자동 생성된 설명">
            <a:extLst>
              <a:ext uri="{FF2B5EF4-FFF2-40B4-BE49-F238E27FC236}">
                <a16:creationId xmlns:a16="http://schemas.microsoft.com/office/drawing/2014/main" id="{623E9783-C357-4782-B8D4-5D39B2B230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441" y="1280812"/>
            <a:ext cx="8183117" cy="429637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5F646680-05C8-45AE-8A99-7E8C3A727A45}"/>
              </a:ext>
            </a:extLst>
          </p:cNvPr>
          <p:cNvSpPr/>
          <p:nvPr/>
        </p:nvSpPr>
        <p:spPr>
          <a:xfrm>
            <a:off x="2072081" y="1895912"/>
            <a:ext cx="4202884" cy="26676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557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모니터, 검은색, 시계, 앉아있는이(가) 표시된 사진&#10;&#10;자동 생성된 설명">
            <a:extLst>
              <a:ext uri="{FF2B5EF4-FFF2-40B4-BE49-F238E27FC236}">
                <a16:creationId xmlns:a16="http://schemas.microsoft.com/office/drawing/2014/main" id="{623E9783-C357-4782-B8D4-5D39B2B230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441" y="1280812"/>
            <a:ext cx="8183117" cy="429637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ECFB50F-71F7-4E67-B836-738C8E30E372}"/>
              </a:ext>
            </a:extLst>
          </p:cNvPr>
          <p:cNvSpPr/>
          <p:nvPr/>
        </p:nvSpPr>
        <p:spPr>
          <a:xfrm>
            <a:off x="6274965" y="1895912"/>
            <a:ext cx="3657594" cy="21308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145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모니터, 검은색, 시계, 앉아있는이(가) 표시된 사진&#10;&#10;자동 생성된 설명">
            <a:extLst>
              <a:ext uri="{FF2B5EF4-FFF2-40B4-BE49-F238E27FC236}">
                <a16:creationId xmlns:a16="http://schemas.microsoft.com/office/drawing/2014/main" id="{623E9783-C357-4782-B8D4-5D39B2B230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441" y="1280812"/>
            <a:ext cx="8183117" cy="429637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B5D7285-E07F-4257-900F-29E6224EC3B5}"/>
              </a:ext>
            </a:extLst>
          </p:cNvPr>
          <p:cNvSpPr/>
          <p:nvPr/>
        </p:nvSpPr>
        <p:spPr>
          <a:xfrm>
            <a:off x="6274965" y="4018327"/>
            <a:ext cx="3657599" cy="5433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907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모니터, 검은색, 시계, 앉아있는이(가) 표시된 사진&#10;&#10;자동 생성된 설명">
            <a:extLst>
              <a:ext uri="{FF2B5EF4-FFF2-40B4-BE49-F238E27FC236}">
                <a16:creationId xmlns:a16="http://schemas.microsoft.com/office/drawing/2014/main" id="{623E9783-C357-4782-B8D4-5D39B2B230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441" y="1280812"/>
            <a:ext cx="8183117" cy="429637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C8B478B-8BE5-40BC-AA57-0F4D89482A73}"/>
              </a:ext>
            </a:extLst>
          </p:cNvPr>
          <p:cNvSpPr/>
          <p:nvPr/>
        </p:nvSpPr>
        <p:spPr>
          <a:xfrm>
            <a:off x="8539993" y="4561802"/>
            <a:ext cx="1392572" cy="8053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968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모니터, 검은색, 화면, 컴퓨터이(가) 표시된 사진&#10;&#10;자동 생성된 설명">
            <a:extLst>
              <a:ext uri="{FF2B5EF4-FFF2-40B4-BE49-F238E27FC236}">
                <a16:creationId xmlns:a16="http://schemas.microsoft.com/office/drawing/2014/main" id="{18049495-7CF9-4700-84D3-220A5BCD6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678" y="1271286"/>
            <a:ext cx="8192643" cy="4315427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12867F2-0F78-4C7E-A8D2-8B967821E674}"/>
              </a:ext>
            </a:extLst>
          </p:cNvPr>
          <p:cNvSpPr/>
          <p:nvPr/>
        </p:nvSpPr>
        <p:spPr>
          <a:xfrm>
            <a:off x="2063692" y="4555222"/>
            <a:ext cx="6493074" cy="8053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185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4C19A2-A7B5-4C08-89AB-7C51BD36FE89}"/>
              </a:ext>
            </a:extLst>
          </p:cNvPr>
          <p:cNvSpPr/>
          <p:nvPr/>
        </p:nvSpPr>
        <p:spPr>
          <a:xfrm>
            <a:off x="2925209" y="2967335"/>
            <a:ext cx="618631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몬스터 전리품 이용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C3E496E-F325-4684-BA64-5B5F47D612B9}"/>
              </a:ext>
            </a:extLst>
          </p:cNvPr>
          <p:cNvSpPr/>
          <p:nvPr/>
        </p:nvSpPr>
        <p:spPr>
          <a:xfrm>
            <a:off x="1257180" y="4180515"/>
            <a:ext cx="967764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파일 입출력</a:t>
            </a:r>
            <a:r>
              <a:rPr lang="en-US" altLang="ko-KR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저장</a:t>
            </a:r>
            <a:r>
              <a:rPr lang="en-US" altLang="ko-KR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수학문제</a:t>
            </a:r>
            <a:r>
              <a:rPr lang="en-US" altLang="ko-KR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..)</a:t>
            </a:r>
            <a:endParaRPr lang="ko-KR" altLang="en-US" sz="5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A1D7002-C678-4E0F-86B6-B0781D9BA77D}"/>
              </a:ext>
            </a:extLst>
          </p:cNvPr>
          <p:cNvSpPr/>
          <p:nvPr/>
        </p:nvSpPr>
        <p:spPr>
          <a:xfrm>
            <a:off x="4887281" y="1754155"/>
            <a:ext cx="226215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5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스토리</a:t>
            </a:r>
          </a:p>
        </p:txBody>
      </p:sp>
    </p:spTree>
    <p:extLst>
      <p:ext uri="{BB962C8B-B14F-4D97-AF65-F5344CB8AC3E}">
        <p14:creationId xmlns:p14="http://schemas.microsoft.com/office/powerpoint/2010/main" val="1262665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7F578D-01DD-4427-B2BB-9EC4A4534005}"/>
              </a:ext>
            </a:extLst>
          </p:cNvPr>
          <p:cNvCxnSpPr/>
          <p:nvPr/>
        </p:nvCxnSpPr>
        <p:spPr>
          <a:xfrm>
            <a:off x="9867122" y="5103845"/>
            <a:ext cx="0" cy="54337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D39438-BB45-4F49-80FC-83B7B2549F21}"/>
              </a:ext>
            </a:extLst>
          </p:cNvPr>
          <p:cNvSpPr/>
          <p:nvPr/>
        </p:nvSpPr>
        <p:spPr>
          <a:xfrm>
            <a:off x="155534" y="204178"/>
            <a:ext cx="318709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Serious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Text</a:t>
            </a:r>
            <a:r>
              <a:rPr lang="ko-KR" altLang="en-US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500" dirty="0">
                <a:latin typeface="HY견고딕" panose="02030600000101010101" pitchFamily="18" charset="-127"/>
                <a:ea typeface="HY견고딕" panose="02030600000101010101" pitchFamily="18" charset="-127"/>
              </a:rPr>
              <a:t>RPG</a:t>
            </a:r>
            <a:endParaRPr lang="ko-KR" altLang="en-US" sz="2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99C2E7-7A71-4726-8E6A-DFF7264C6A62}"/>
              </a:ext>
            </a:extLst>
          </p:cNvPr>
          <p:cNvCxnSpPr/>
          <p:nvPr/>
        </p:nvCxnSpPr>
        <p:spPr>
          <a:xfrm>
            <a:off x="263253" y="681232"/>
            <a:ext cx="307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C836EC8-D6F6-4325-A0BC-E205A1F0723F}"/>
              </a:ext>
            </a:extLst>
          </p:cNvPr>
          <p:cNvSpPr txBox="1"/>
          <p:nvPr/>
        </p:nvSpPr>
        <p:spPr>
          <a:xfrm>
            <a:off x="1880543" y="2144039"/>
            <a:ext cx="84309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QnA</a:t>
            </a:r>
            <a:endParaRPr lang="ko-KR" altLang="en-US" sz="1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8316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126</Words>
  <Application>Microsoft Office PowerPoint</Application>
  <PresentationFormat>와이드스크린</PresentationFormat>
  <Paragraphs>45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2" baseType="lpstr">
      <vt:lpstr>HY견고딕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LimKyungTae</dc:creator>
  <cp:lastModifiedBy>User</cp:lastModifiedBy>
  <cp:revision>7</cp:revision>
  <dcterms:created xsi:type="dcterms:W3CDTF">2020-06-08T14:04:57Z</dcterms:created>
  <dcterms:modified xsi:type="dcterms:W3CDTF">2020-06-08T23:36:23Z</dcterms:modified>
</cp:coreProperties>
</file>