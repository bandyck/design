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74" r:id="rId8"/>
    <p:sldId id="265" r:id="rId9"/>
    <p:sldId id="266" r:id="rId10"/>
    <p:sldId id="275" r:id="rId11"/>
    <p:sldId id="270" r:id="rId12"/>
    <p:sldId id="262" r:id="rId13"/>
    <p:sldId id="263" r:id="rId14"/>
    <p:sldId id="276" r:id="rId15"/>
    <p:sldId id="277" r:id="rId16"/>
    <p:sldId id="271" r:id="rId17"/>
    <p:sldId id="272" r:id="rId18"/>
    <p:sldId id="273" r:id="rId19"/>
    <p:sldId id="268" r:id="rId20"/>
    <p:sldId id="269" r:id="rId21"/>
    <p:sldId id="264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2DD17-5C6F-4DAC-8B04-1F1951EF2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595DFB-7C5F-4CD6-82B2-A0AF2479E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892E9C-B993-4DB4-8E29-6168BFF5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E7CCF5-8367-439F-A317-03F9FE2CF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AABAF4-6F0F-498D-8CC6-4AF22DE6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7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49479-37B3-4DB4-9AFE-5FC14B93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45145-1512-4C33-B7BB-91DB21997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387E73-1BE6-4A95-ADA9-F4723122E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DF4869-9EDD-441C-B6E6-9A44BFA2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AA131-8E4A-42EF-AA17-201735DD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45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1734B-804B-48E5-9A66-3F5AB378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EE5EB-285C-4957-90AB-53765F2F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0F9A1C-6254-4C79-8C0B-C16402DF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9B0E62-3369-49DB-A146-43EFC81D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355D26-B62C-4BCB-A285-C404B5BA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99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A4FA5-8483-401E-961C-4E7166CAA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09861C-1593-4959-9C97-5CAB9ADB2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33DB10-E087-4788-B062-239404E87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EB7C9E-F777-444D-B90A-D78BD93E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D9A89C-7C29-41C1-B6EF-5CF151A5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23F06D-7DC0-46CC-8088-FE1B9D16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29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7E400-2295-43A1-8752-3E89FFD97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9870E8-5E40-4271-AD6F-A2C38A032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FA4D43-34C0-4913-BDAC-3B6659FDE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142188-F3FE-4FAD-AAA2-E4DD9D02D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A26567-1926-4E43-9476-A7BB5A2E7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63466D-7DAD-423B-8007-8652680D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9BDD60-6DFD-4177-AF8B-1A2815DA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2A414D-5477-4E88-9AC2-A5C587A3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60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A4609-967A-4481-92FC-4CA189A5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A27E70-3253-47B2-A81D-708EAA66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FD02EA-3976-47DB-BCBF-19ED9BF3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44CE12-B689-419E-B032-76A26D37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49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33FCF6-659F-42C7-A6F9-AFBC7CB6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BB4873-3E5C-4359-B9C5-99EF29014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8B44A-6263-48B5-A23D-22EDFFB7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05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663B0-F047-447D-9E5C-806D08A8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072507-AD1D-417B-9F59-CF2D72D96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B3673-A007-47B7-9CFC-BD0D782A5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EDD4E8-8406-479F-ADDD-F862B8DB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6EFD78-552A-48E5-9DB9-4FD67EB8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86E37A-1FFC-413A-8E23-BFC32944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58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A6B99-A3A8-43D6-9907-0EA15DF2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105972-64B4-4E6E-81A9-5D34E0E88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ACEE69-4FAA-4E3C-9155-129A62F5C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83D578-C439-46EC-B249-1E790401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C80B37-1BA4-46DB-AE48-319E1CD6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646F5F-E2E0-46D2-96F9-8BD569E5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85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99F24-57B8-4BE0-97A0-43A04423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AFBA47-AEC8-4458-B884-38FE2E5CE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8BB1A-8565-4CB6-B4B9-FB27D5F53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B48DB6-8DDC-4752-8A9A-DF54761E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403573-84D8-408C-AF3A-BF476A2B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6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894D6D-A4C5-482F-92FF-D29257824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77CD90-050B-432E-980A-25F84223D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BCAAB-B7DC-4E08-B9EF-B62DB3B9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8AB2D-A684-4A2E-A65C-07D665D9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CFAC76-9D57-407B-BBEC-962AA59C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9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07D29C-90EE-4362-9372-B54FCA67C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E24A9-5E18-43C1-B855-69C3F6C4E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EBAA8-953A-489A-8BDC-A835AEFB9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3CE0B-503C-496A-8977-8989DBB3E9A4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0A27EB-A66C-4CFC-BF93-B7D6FC77C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C3D17-BEF9-42AF-82F0-959F96DB2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E5181-4CF1-4994-9F3B-C345E790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94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230564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2149151" y="2659559"/>
            <a:ext cx="78936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Hello </a:t>
            </a:r>
            <a:r>
              <a:rPr lang="en-US" altLang="ko-KR" sz="4400" u="sng" dirty="0">
                <a:solidFill>
                  <a:srgbClr val="FF0000"/>
                </a:solidFill>
                <a:latin typeface="Arial Black" panose="020B0A04020102020204" pitchFamily="34" charset="0"/>
              </a:rPr>
              <a:t>Serious</a:t>
            </a:r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 World !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7BD1D0-7D39-49B4-A889-7498C5520B3B}"/>
              </a:ext>
            </a:extLst>
          </p:cNvPr>
          <p:cNvSpPr txBox="1"/>
          <p:nvPr/>
        </p:nvSpPr>
        <p:spPr>
          <a:xfrm>
            <a:off x="7677538" y="4939336"/>
            <a:ext cx="2189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발표자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8BDD0B-5000-4641-BA55-E2CC9D415942}"/>
              </a:ext>
            </a:extLst>
          </p:cNvPr>
          <p:cNvSpPr txBox="1"/>
          <p:nvPr/>
        </p:nvSpPr>
        <p:spPr>
          <a:xfrm>
            <a:off x="9867122" y="5041972"/>
            <a:ext cx="218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err="1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임경태</a:t>
            </a:r>
            <a:endParaRPr lang="ko-KR" altLang="en-US" sz="44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10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2675210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수학 문제 풀이 게임</a:t>
            </a:r>
          </a:p>
        </p:txBody>
      </p:sp>
    </p:spTree>
    <p:extLst>
      <p:ext uri="{BB962C8B-B14F-4D97-AF65-F5344CB8AC3E}">
        <p14:creationId xmlns:p14="http://schemas.microsoft.com/office/powerpoint/2010/main" val="858024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3363684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수학 </a:t>
            </a:r>
            <a:r>
              <a:rPr lang="ko-KR" altLang="en-US" sz="5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 풀이 게임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2213545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로만 이루어진</a:t>
            </a:r>
            <a:endParaRPr lang="ko-KR" altLang="en-US" sz="54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552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540328" y="2294512"/>
            <a:ext cx="101830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FFFF"/>
                </a:solidFill>
                <a:latin typeface="Open Sans"/>
              </a:rPr>
              <a:t>적이 다가오면</a:t>
            </a:r>
            <a:endParaRPr lang="ko-KR" altLang="en-US" dirty="0">
              <a:solidFill>
                <a:srgbClr val="373A3C"/>
              </a:solidFill>
              <a:latin typeface="Open Sans"/>
            </a:endParaRPr>
          </a:p>
          <a:p>
            <a:r>
              <a:rPr lang="ko-KR" altLang="en-US" dirty="0">
                <a:solidFill>
                  <a:srgbClr val="A52A2A"/>
                </a:solidFill>
                <a:latin typeface="Open Sans"/>
              </a:rPr>
              <a:t>깡패</a:t>
            </a:r>
            <a:r>
              <a:rPr lang="ko-KR" altLang="en-US" dirty="0">
                <a:solidFill>
                  <a:srgbClr val="008000"/>
                </a:solidFill>
                <a:latin typeface="Open Sans"/>
              </a:rPr>
              <a:t>가 땅에</a:t>
            </a:r>
            <a:r>
              <a:rPr lang="ko-KR" altLang="en-US" dirty="0">
                <a:solidFill>
                  <a:srgbClr val="373A3C"/>
                </a:solidFill>
                <a:latin typeface="Open Sans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Open Sans"/>
              </a:rPr>
              <a:t>침</a:t>
            </a:r>
            <a:r>
              <a:rPr lang="ko-KR" altLang="en-US" dirty="0">
                <a:solidFill>
                  <a:srgbClr val="008000"/>
                </a:solidFill>
                <a:latin typeface="Open Sans"/>
              </a:rPr>
              <a:t>을 찍 내뱉으며 당신에게 다가오고 있습니다</a:t>
            </a:r>
            <a:r>
              <a:rPr lang="en-US" altLang="ko-KR" dirty="0">
                <a:solidFill>
                  <a:srgbClr val="008000"/>
                </a:solidFill>
                <a:latin typeface="Open Sans"/>
              </a:rPr>
              <a:t>.</a:t>
            </a:r>
            <a:endParaRPr lang="ko-KR" altLang="en-US" dirty="0">
              <a:solidFill>
                <a:srgbClr val="373A3C"/>
              </a:solidFill>
              <a:latin typeface="Open Sans"/>
            </a:endParaRPr>
          </a:p>
          <a:p>
            <a:r>
              <a:rPr lang="ko-KR" altLang="en-US" dirty="0">
                <a:solidFill>
                  <a:srgbClr val="FFFFFF"/>
                </a:solidFill>
                <a:latin typeface="Open Sans"/>
              </a:rPr>
              <a:t>적이 공격을 하면</a:t>
            </a:r>
            <a:r>
              <a:rPr lang="ko-KR" altLang="en-US" dirty="0">
                <a:solidFill>
                  <a:srgbClr val="373A3C"/>
                </a:solidFill>
                <a:latin typeface="Open Sans"/>
              </a:rPr>
              <a:t/>
            </a:r>
            <a:br>
              <a:rPr lang="ko-KR" altLang="en-US" dirty="0">
                <a:solidFill>
                  <a:srgbClr val="373A3C"/>
                </a:solidFill>
                <a:latin typeface="Open Sans"/>
              </a:rPr>
            </a:br>
            <a:r>
              <a:rPr lang="ko-KR" altLang="en-US" dirty="0">
                <a:solidFill>
                  <a:srgbClr val="A52A2A"/>
                </a:solidFill>
                <a:latin typeface="Open Sans"/>
              </a:rPr>
              <a:t>깡패</a:t>
            </a:r>
            <a:r>
              <a:rPr lang="ko-KR" altLang="en-US" dirty="0">
                <a:solidFill>
                  <a:srgbClr val="008000"/>
                </a:solidFill>
                <a:latin typeface="Open Sans"/>
              </a:rPr>
              <a:t>가 당신을 향해 </a:t>
            </a:r>
            <a:r>
              <a:rPr lang="ko-KR" altLang="en-US" dirty="0" err="1">
                <a:solidFill>
                  <a:srgbClr val="008000"/>
                </a:solidFill>
                <a:latin typeface="Open Sans"/>
              </a:rPr>
              <a:t>썩소를</a:t>
            </a:r>
            <a:r>
              <a:rPr lang="ko-KR" altLang="en-US" dirty="0">
                <a:solidFill>
                  <a:srgbClr val="008000"/>
                </a:solidFill>
                <a:latin typeface="Open Sans"/>
              </a:rPr>
              <a:t> 날리며</a:t>
            </a:r>
            <a:r>
              <a:rPr lang="ko-KR" altLang="en-US" dirty="0">
                <a:solidFill>
                  <a:srgbClr val="373A3C"/>
                </a:solidFill>
                <a:latin typeface="Open Sans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Open Sans"/>
              </a:rPr>
              <a:t>왼손의 </a:t>
            </a:r>
            <a:r>
              <a:rPr lang="ko-KR" altLang="en-US" dirty="0" err="1">
                <a:solidFill>
                  <a:srgbClr val="FF0000"/>
                </a:solidFill>
                <a:latin typeface="Open Sans"/>
              </a:rPr>
              <a:t>가운뎃</a:t>
            </a:r>
            <a:r>
              <a:rPr lang="ko-KR" altLang="en-US" dirty="0">
                <a:solidFill>
                  <a:srgbClr val="FF0000"/>
                </a:solidFill>
                <a:latin typeface="Open Sans"/>
              </a:rPr>
              <a:t> 손가락</a:t>
            </a:r>
            <a:r>
              <a:rPr lang="ko-KR" altLang="en-US" dirty="0">
                <a:solidFill>
                  <a:srgbClr val="008000"/>
                </a:solidFill>
                <a:latin typeface="Open Sans"/>
              </a:rPr>
              <a:t>으로 당신의 콧구멍을 공격합니다</a:t>
            </a:r>
            <a:r>
              <a:rPr lang="en-US" altLang="ko-KR" dirty="0">
                <a:solidFill>
                  <a:srgbClr val="008000"/>
                </a:solidFill>
                <a:latin typeface="Open Sans"/>
              </a:rPr>
              <a:t>.</a:t>
            </a:r>
            <a:r>
              <a:rPr lang="ko-KR" altLang="en-US" dirty="0">
                <a:solidFill>
                  <a:srgbClr val="373A3C"/>
                </a:solidFill>
                <a:latin typeface="Open Sans"/>
              </a:rPr>
              <a:t> </a:t>
            </a:r>
            <a:br>
              <a:rPr lang="ko-KR" altLang="en-US" dirty="0">
                <a:solidFill>
                  <a:srgbClr val="373A3C"/>
                </a:solidFill>
                <a:latin typeface="Open Sans"/>
              </a:rPr>
            </a:br>
            <a:r>
              <a:rPr lang="ko-KR" altLang="en-US" dirty="0">
                <a:solidFill>
                  <a:srgbClr val="A52A2A"/>
                </a:solidFill>
                <a:latin typeface="Open Sans"/>
              </a:rPr>
              <a:t>깡패</a:t>
            </a:r>
            <a:r>
              <a:rPr lang="ko-KR" altLang="en-US" dirty="0">
                <a:solidFill>
                  <a:srgbClr val="008000"/>
                </a:solidFill>
                <a:latin typeface="Open Sans"/>
              </a:rPr>
              <a:t>의 공격이 명중했습니다</a:t>
            </a:r>
            <a:r>
              <a:rPr lang="en-US" altLang="ko-KR" dirty="0">
                <a:solidFill>
                  <a:srgbClr val="008000"/>
                </a:solidFill>
                <a:latin typeface="Open Sans"/>
              </a:rPr>
              <a:t>.</a:t>
            </a:r>
            <a:r>
              <a:rPr lang="ko-KR" altLang="en-US" dirty="0">
                <a:solidFill>
                  <a:srgbClr val="373A3C"/>
                </a:solidFill>
                <a:latin typeface="Open Sans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Open Sans"/>
              </a:rPr>
              <a:t>HP -11</a:t>
            </a:r>
            <a:r>
              <a:rPr lang="ko-KR" altLang="en-US" dirty="0">
                <a:solidFill>
                  <a:srgbClr val="373A3C"/>
                </a:solidFill>
                <a:latin typeface="Open Sans"/>
              </a:rPr>
              <a:t/>
            </a:r>
            <a:br>
              <a:rPr lang="ko-KR" altLang="en-US" dirty="0">
                <a:solidFill>
                  <a:srgbClr val="373A3C"/>
                </a:solidFill>
                <a:latin typeface="Open Sans"/>
              </a:rPr>
            </a:br>
            <a:r>
              <a:rPr lang="ko-KR" altLang="en-US" dirty="0">
                <a:solidFill>
                  <a:srgbClr val="A52A2A"/>
                </a:solidFill>
                <a:latin typeface="Open Sans"/>
              </a:rPr>
              <a:t>깡패</a:t>
            </a:r>
            <a:r>
              <a:rPr lang="ko-KR" altLang="en-US" dirty="0">
                <a:solidFill>
                  <a:srgbClr val="008000"/>
                </a:solidFill>
                <a:latin typeface="Open Sans"/>
              </a:rPr>
              <a:t>가 당신을 향해 비웃음을 날리며</a:t>
            </a:r>
            <a:r>
              <a:rPr lang="ko-KR" altLang="en-US" dirty="0">
                <a:solidFill>
                  <a:srgbClr val="373A3C"/>
                </a:solidFill>
                <a:latin typeface="Open Sans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Open Sans"/>
              </a:rPr>
              <a:t>오른손의 </a:t>
            </a:r>
            <a:r>
              <a:rPr lang="ko-KR" altLang="en-US" dirty="0" err="1">
                <a:solidFill>
                  <a:srgbClr val="FF0000"/>
                </a:solidFill>
                <a:latin typeface="Open Sans"/>
              </a:rPr>
              <a:t>가운뎃</a:t>
            </a:r>
            <a:r>
              <a:rPr lang="ko-KR" altLang="en-US" dirty="0">
                <a:solidFill>
                  <a:srgbClr val="FF0000"/>
                </a:solidFill>
                <a:latin typeface="Open Sans"/>
              </a:rPr>
              <a:t> 손가락</a:t>
            </a:r>
            <a:r>
              <a:rPr lang="ko-KR" altLang="en-US" dirty="0">
                <a:solidFill>
                  <a:srgbClr val="008000"/>
                </a:solidFill>
                <a:latin typeface="Open Sans"/>
              </a:rPr>
              <a:t>으로 당신의 콧구멍을 공격합니다</a:t>
            </a:r>
            <a:r>
              <a:rPr lang="en-US" altLang="ko-KR" dirty="0">
                <a:solidFill>
                  <a:srgbClr val="008000"/>
                </a:solidFill>
                <a:latin typeface="Open Sans"/>
              </a:rPr>
              <a:t>.</a:t>
            </a:r>
            <a:r>
              <a:rPr lang="ko-KR" altLang="en-US" dirty="0">
                <a:solidFill>
                  <a:srgbClr val="373A3C"/>
                </a:solidFill>
                <a:latin typeface="Open Sans"/>
              </a:rPr>
              <a:t> </a:t>
            </a:r>
            <a:br>
              <a:rPr lang="ko-KR" altLang="en-US" dirty="0">
                <a:solidFill>
                  <a:srgbClr val="373A3C"/>
                </a:solidFill>
                <a:latin typeface="Open Sans"/>
              </a:rPr>
            </a:br>
            <a:r>
              <a:rPr lang="ko-KR" altLang="en-US" dirty="0">
                <a:solidFill>
                  <a:srgbClr val="A52A2A"/>
                </a:solidFill>
                <a:latin typeface="Open Sans"/>
              </a:rPr>
              <a:t>깡패</a:t>
            </a:r>
            <a:r>
              <a:rPr lang="ko-KR" altLang="en-US" dirty="0">
                <a:solidFill>
                  <a:srgbClr val="008000"/>
                </a:solidFill>
                <a:latin typeface="Open Sans"/>
              </a:rPr>
              <a:t>의 공격이 빗나갔습니다</a:t>
            </a:r>
            <a:r>
              <a:rPr lang="en-US" altLang="ko-KR" dirty="0">
                <a:solidFill>
                  <a:srgbClr val="008000"/>
                </a:solidFill>
                <a:latin typeface="Open Sans"/>
              </a:rPr>
              <a:t>.</a:t>
            </a:r>
            <a:endParaRPr lang="ko-KR" altLang="en-US" b="0" i="0" u="none" strike="noStrike" dirty="0">
              <a:solidFill>
                <a:srgbClr val="373A3C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9350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75" y="2457450"/>
            <a:ext cx="619125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1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2447925"/>
            <a:ext cx="687705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6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656704" y="2486521"/>
            <a:ext cx="105737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수학이 </a:t>
            </a:r>
            <a:r>
              <a:rPr lang="en-US" altLang="ko-KR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마법</a:t>
            </a:r>
            <a:r>
              <a:rPr lang="en-US" altLang="ko-KR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 되는 </a:t>
            </a:r>
            <a:r>
              <a:rPr lang="ko-KR" altLang="en-US" sz="540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이세계에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현실 세계의 학생이 떨어진다면</a:t>
            </a:r>
            <a:r>
              <a:rPr lang="en-US" altLang="ko-KR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sz="54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36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3363684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수학 </a:t>
            </a:r>
            <a:r>
              <a:rPr lang="ko-KR" altLang="en-US" sz="5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 풀이 게임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2213545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923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1685925"/>
            <a:ext cx="10058400" cy="325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164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3825349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수학 </a:t>
            </a:r>
            <a:r>
              <a:rPr lang="ko-KR" altLang="en-US" sz="5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 풀이 게임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2848510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초등학교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1896874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1033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312" y="2124075"/>
            <a:ext cx="41433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6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0" y="1343025"/>
            <a:ext cx="55245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92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3825349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수학 </a:t>
            </a:r>
            <a:r>
              <a:rPr lang="ko-KR" altLang="en-US" sz="5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 풀이 </a:t>
            </a:r>
            <a:r>
              <a:rPr lang="ko-KR" altLang="en-US" sz="5400" u="sng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2848510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초등학교</a:t>
            </a:r>
            <a:endParaRPr lang="ko-KR" altLang="en-US" sz="54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1896874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54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540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3767521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스토리 보상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2015077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턴 </a:t>
            </a:r>
            <a:r>
              <a:rPr lang="en-US" altLang="ko-KR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or 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시간 </a:t>
            </a:r>
            <a:r>
              <a:rPr lang="ko-KR" altLang="en-US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제한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7746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3767521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스토리 </a:t>
            </a:r>
            <a:r>
              <a:rPr lang="ko-KR" altLang="en-US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보상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2015077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턴 </a:t>
            </a:r>
            <a:r>
              <a:rPr lang="en-US" altLang="ko-KR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or 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시간 제한</a:t>
            </a:r>
            <a:endParaRPr lang="ko-KR" altLang="en-US" sz="54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3850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3825349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수학 </a:t>
            </a:r>
            <a:r>
              <a:rPr lang="ko-KR" altLang="en-US" sz="5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 풀이 게임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2848510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u="sng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중</a:t>
            </a:r>
            <a:r>
              <a:rPr lang="ko-KR" altLang="en-US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학교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1896874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2D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161730" y="2182227"/>
            <a:ext cx="4511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u="sng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WinAPI</a:t>
            </a:r>
            <a:r>
              <a:rPr lang="ko-KR" altLang="en-US" sz="32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 만드는 </a:t>
            </a:r>
            <a:endParaRPr lang="ko-KR" altLang="en-US" sz="32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018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3825349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수학 </a:t>
            </a:r>
            <a:r>
              <a:rPr lang="ko-KR" altLang="en-US" sz="54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 풀이 게임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2848510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고등</a:t>
            </a:r>
            <a:r>
              <a:rPr lang="ko-KR" altLang="en-US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학교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301551" y="1896874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3D</a:t>
            </a:r>
            <a:r>
              <a:rPr lang="ko-KR" altLang="en-US" sz="5400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54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54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161730" y="2182227"/>
            <a:ext cx="4511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Direct X</a:t>
            </a:r>
            <a:r>
              <a:rPr lang="ko-KR" altLang="en-US" sz="3200" u="sng" dirty="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 만드는 </a:t>
            </a:r>
            <a:endParaRPr lang="ko-KR" altLang="en-US" sz="3200" u="sng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1557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1D61A96-3903-4A36-83E7-9F6FB1705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65"/>
            <a:ext cx="12192000" cy="62662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138A9B-E533-42E6-8ADC-229B9C69B2D1}"/>
              </a:ext>
            </a:extLst>
          </p:cNvPr>
          <p:cNvSpPr/>
          <p:nvPr/>
        </p:nvSpPr>
        <p:spPr>
          <a:xfrm>
            <a:off x="0" y="177056"/>
            <a:ext cx="12192000" cy="626623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2CD6D-2D5E-47B8-AF46-AE3312692AB3}"/>
              </a:ext>
            </a:extLst>
          </p:cNvPr>
          <p:cNvSpPr txBox="1"/>
          <p:nvPr/>
        </p:nvSpPr>
        <p:spPr>
          <a:xfrm>
            <a:off x="161730" y="569501"/>
            <a:ext cx="25441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Arial Black" panose="020B0A04020102020204" pitchFamily="34" charset="0"/>
              </a:rPr>
              <a:t>Serious</a:t>
            </a:r>
            <a:endParaRPr lang="ko-KR" alt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50BF0-AAB6-4A27-86AF-130312149023}"/>
              </a:ext>
            </a:extLst>
          </p:cNvPr>
          <p:cNvSpPr txBox="1"/>
          <p:nvPr/>
        </p:nvSpPr>
        <p:spPr>
          <a:xfrm>
            <a:off x="7271658" y="6043185"/>
            <a:ext cx="4920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계속하려면 아무 키나 누르십시오</a:t>
            </a:r>
            <a:r>
              <a:rPr lang="en-US" altLang="ko-KR" sz="2000" dirty="0">
                <a:solidFill>
                  <a:schemeClr val="bg1"/>
                </a:solidFill>
                <a:latin typeface="HY태백B" panose="02030600000101010101" pitchFamily="18" charset="-127"/>
                <a:ea typeface="HY태백B" panose="02030600000101010101" pitchFamily="18" charset="-127"/>
              </a:rPr>
              <a:t>. . . |</a:t>
            </a:r>
            <a:endParaRPr lang="ko-KR" altLang="en-US" sz="2000" dirty="0">
              <a:solidFill>
                <a:schemeClr val="bg1"/>
              </a:solidFill>
              <a:latin typeface="HY태백B" panose="02030600000101010101" pitchFamily="18" charset="-127"/>
              <a:ea typeface="HY태백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9F9EBA-6EBF-4A8E-833C-9B2F3FC27F36}"/>
              </a:ext>
            </a:extLst>
          </p:cNvPr>
          <p:cNvCxnSpPr/>
          <p:nvPr/>
        </p:nvCxnSpPr>
        <p:spPr>
          <a:xfrm>
            <a:off x="317241" y="1245636"/>
            <a:ext cx="22206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2149151" y="2675210"/>
            <a:ext cx="7893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 err="1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QnA</a:t>
            </a:r>
            <a:endParaRPr lang="ko-KR" altLang="en-US" sz="54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6990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FC7814F9FBD494B8D3FE20B26C8A541" ma:contentTypeVersion="2" ma:contentTypeDescription="새 문서를 만듭니다." ma:contentTypeScope="" ma:versionID="69b15b4e78c5876fe1526489c71b159d">
  <xsd:schema xmlns:xsd="http://www.w3.org/2001/XMLSchema" xmlns:xs="http://www.w3.org/2001/XMLSchema" xmlns:p="http://schemas.microsoft.com/office/2006/metadata/properties" xmlns:ns2="07018207-53d7-4e6d-948e-6f47d4e6ff9f" targetNamespace="http://schemas.microsoft.com/office/2006/metadata/properties" ma:root="true" ma:fieldsID="05f631eb455d121c292f4100d14bd0b0" ns2:_="">
    <xsd:import namespace="07018207-53d7-4e6d-948e-6f47d4e6ff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18207-53d7-4e6d-948e-6f47d4e6f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ED26E2-04B7-41A3-8F49-A7B0371417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18207-53d7-4e6d-948e-6f47d4e6ff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626E4B-7036-4240-A265-EF5C657C999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F0EEDBD-5DDC-4039-BB0B-B147CC5E5D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258</Words>
  <Application>Microsoft Office PowerPoint</Application>
  <PresentationFormat>와이드스크린</PresentationFormat>
  <Paragraphs>66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HY견고딕</vt:lpstr>
      <vt:lpstr>HY태백B</vt:lpstr>
      <vt:lpstr>Open Sans</vt:lpstr>
      <vt:lpstr>맑은 고딕</vt:lpstr>
      <vt:lpstr>Arial</vt:lpstr>
      <vt:lpstr>Arial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LimKyungTae</dc:creator>
  <cp:lastModifiedBy>User</cp:lastModifiedBy>
  <cp:revision>12</cp:revision>
  <dcterms:created xsi:type="dcterms:W3CDTF">2020-06-02T07:06:58Z</dcterms:created>
  <dcterms:modified xsi:type="dcterms:W3CDTF">2020-06-03T01:08:01Z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0x010100FFC7814F9FBD494B8D3FE20B26C8A541</vt:lpwstr>
  </property>
</Properties>
</file>